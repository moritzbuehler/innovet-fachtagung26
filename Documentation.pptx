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handoutMasterIdLst>
    <p:handoutMasterId r:id="rId8"/>
  </p:handoutMasterIdLst>
  <p:sldIdLst>
    <p:sldId id="800" r:id="rId5"/>
    <p:sldId id="801"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56912-BB4F-85E9-BCDD-26C5E04C3927}" name="Hügle, Christoph" initials="CH" userId="S::christoph.huegle@hwk-freiburg.de::f6416fb1-1773-4ace-8c5c-4e7a7897853d" providerId="AD"/>
  <p188:author id="{9C392764-F2B7-7C86-C6AE-5ECD000652D9}" name="Judith Rudiger" initials="JR" userId="S::judith.rudiger_ph-freiburg.de#ext#@hwkfreiburgde.onmicrosoft.com::b281bed0-e24e-423f-b290-84992150aa5e" providerId="AD"/>
  <p188:author id="{FF5B31DA-062F-C6E0-0C71-A9825E7404F5}" name="Glur, Nicole" initials="NG" userId="S::nicole.glur@hwk-freiburg.de::f6d17941-4cdb-44dd-a9d8-de0a3a94d60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682"/>
    <a:srgbClr val="E9D781"/>
    <a:srgbClr val="00666B"/>
    <a:srgbClr val="042940"/>
    <a:srgbClr val="88C4FC"/>
    <a:srgbClr val="57AEFF"/>
    <a:srgbClr val="45BEFF"/>
    <a:srgbClr val="242424"/>
    <a:srgbClr val="D0F2DB"/>
    <a:srgbClr val="A7FF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5F112-819C-D61D-2D8B-F79692285F7E}" v="2" dt="2026-08-21T12:05:12.09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unkle Formatvorlage 1 - Akz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187" autoAdjust="0"/>
  </p:normalViewPr>
  <p:slideViewPr>
    <p:cSldViewPr snapToGrid="0">
      <p:cViewPr>
        <p:scale>
          <a:sx n="100" d="100"/>
          <a:sy n="100" d="100"/>
        </p:scale>
        <p:origin x="23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ügle, Christoph" userId="S::christoph.huegle@hwk-freiburg.de::f6416fb1-1773-4ace-8c5c-4e7a7897853d" providerId="AD" clId="Web-{3386460E-1D00-C9D4-1334-A05501C3ED9E}"/>
    <pc:docChg chg="addSld delSld modSld modSection">
      <pc:chgData name="Hügle, Christoph" userId="S::christoph.huegle@hwk-freiburg.de::f6416fb1-1773-4ace-8c5c-4e7a7897853d" providerId="AD" clId="Web-{3386460E-1D00-C9D4-1334-A05501C3ED9E}" dt="2026-07-30T09:05:32.104" v="1278" actId="20577"/>
      <pc:docMkLst>
        <pc:docMk/>
      </pc:docMkLst>
      <pc:sldChg chg="modSp">
        <pc:chgData name="Hügle, Christoph" userId="S::christoph.huegle@hwk-freiburg.de::f6416fb1-1773-4ace-8c5c-4e7a7897853d" providerId="AD" clId="Web-{3386460E-1D00-C9D4-1334-A05501C3ED9E}" dt="2026-07-30T08:06:57.527" v="4" actId="20577"/>
        <pc:sldMkLst>
          <pc:docMk/>
          <pc:sldMk cId="1512048309" sldId="305"/>
        </pc:sldMkLst>
        <pc:spChg chg="mod">
          <ac:chgData name="Hügle, Christoph" userId="S::christoph.huegle@hwk-freiburg.de::f6416fb1-1773-4ace-8c5c-4e7a7897853d" providerId="AD" clId="Web-{3386460E-1D00-C9D4-1334-A05501C3ED9E}" dt="2026-07-30T08:06:53.183" v="3" actId="20577"/>
          <ac:spMkLst>
            <pc:docMk/>
            <pc:sldMk cId="1512048309" sldId="305"/>
            <ac:spMk id="21" creationId="{40FC927B-B20B-1F0E-96BE-E5FAFBD358B0}"/>
          </ac:spMkLst>
        </pc:spChg>
        <pc:spChg chg="mod">
          <ac:chgData name="Hügle, Christoph" userId="S::christoph.huegle@hwk-freiburg.de::f6416fb1-1773-4ace-8c5c-4e7a7897853d" providerId="AD" clId="Web-{3386460E-1D00-C9D4-1334-A05501C3ED9E}" dt="2026-07-30T08:06:57.527" v="4" actId="20577"/>
          <ac:spMkLst>
            <pc:docMk/>
            <pc:sldMk cId="1512048309" sldId="305"/>
            <ac:spMk id="22" creationId="{3111D8B6-7AFD-62AE-A93C-1747E666E569}"/>
          </ac:spMkLst>
        </pc:spChg>
      </pc:sldChg>
      <pc:sldChg chg="modSp">
        <pc:chgData name="Hügle, Christoph" userId="S::christoph.huegle@hwk-freiburg.de::f6416fb1-1773-4ace-8c5c-4e7a7897853d" providerId="AD" clId="Web-{3386460E-1D00-C9D4-1334-A05501C3ED9E}" dt="2026-07-30T09:05:32.104" v="1278" actId="20577"/>
        <pc:sldMkLst>
          <pc:docMk/>
          <pc:sldMk cId="2936997597" sldId="768"/>
        </pc:sldMkLst>
        <pc:spChg chg="mod">
          <ac:chgData name="Hügle, Christoph" userId="S::christoph.huegle@hwk-freiburg.de::f6416fb1-1773-4ace-8c5c-4e7a7897853d" providerId="AD" clId="Web-{3386460E-1D00-C9D4-1334-A05501C3ED9E}" dt="2026-07-30T09:05:32.104" v="1278" actId="20577"/>
          <ac:spMkLst>
            <pc:docMk/>
            <pc:sldMk cId="2936997597" sldId="768"/>
            <ac:spMk id="4" creationId="{345004DF-CD63-A141-F2DE-E1E7FDD7E3FB}"/>
          </ac:spMkLst>
        </pc:spChg>
      </pc:sldChg>
      <pc:sldChg chg="addSp modSp new">
        <pc:chgData name="Hügle, Christoph" userId="S::christoph.huegle@hwk-freiburg.de::f6416fb1-1773-4ace-8c5c-4e7a7897853d" providerId="AD" clId="Web-{3386460E-1D00-C9D4-1334-A05501C3ED9E}" dt="2026-07-30T08:48:20.084" v="269" actId="20577"/>
        <pc:sldMkLst>
          <pc:docMk/>
          <pc:sldMk cId="2476780172" sldId="792"/>
        </pc:sldMkLst>
        <pc:spChg chg="mod">
          <ac:chgData name="Hügle, Christoph" userId="S::christoph.huegle@hwk-freiburg.de::f6416fb1-1773-4ace-8c5c-4e7a7897853d" providerId="AD" clId="Web-{3386460E-1D00-C9D4-1334-A05501C3ED9E}" dt="2026-07-30T08:45:25.653" v="137" actId="20577"/>
          <ac:spMkLst>
            <pc:docMk/>
            <pc:sldMk cId="2476780172" sldId="792"/>
            <ac:spMk id="2" creationId="{10DA0971-2BDE-D3DC-3704-394DEF33E768}"/>
          </ac:spMkLst>
        </pc:spChg>
        <pc:spChg chg="mod">
          <ac:chgData name="Hügle, Christoph" userId="S::christoph.huegle@hwk-freiburg.de::f6416fb1-1773-4ace-8c5c-4e7a7897853d" providerId="AD" clId="Web-{3386460E-1D00-C9D4-1334-A05501C3ED9E}" dt="2026-07-30T08:44:01.883" v="61" actId="20577"/>
          <ac:spMkLst>
            <pc:docMk/>
            <pc:sldMk cId="2476780172" sldId="792"/>
            <ac:spMk id="3" creationId="{CAB44EC9-AB08-DB54-F79B-7FFACC8A2C14}"/>
          </ac:spMkLst>
        </pc:spChg>
        <pc:spChg chg="mod">
          <ac:chgData name="Hügle, Christoph" userId="S::christoph.huegle@hwk-freiburg.de::f6416fb1-1773-4ace-8c5c-4e7a7897853d" providerId="AD" clId="Web-{3386460E-1D00-C9D4-1334-A05501C3ED9E}" dt="2026-07-30T08:48:20.084" v="269" actId="20577"/>
          <ac:spMkLst>
            <pc:docMk/>
            <pc:sldMk cId="2476780172" sldId="792"/>
            <ac:spMk id="4" creationId="{C0D8D889-76B5-1607-9CC2-160E06EB7028}"/>
          </ac:spMkLst>
        </pc:spChg>
      </pc:sldChg>
      <pc:sldChg chg="addSp delSp modSp add">
        <pc:chgData name="Hügle, Christoph" userId="S::christoph.huegle@hwk-freiburg.de::f6416fb1-1773-4ace-8c5c-4e7a7897853d" providerId="AD" clId="Web-{3386460E-1D00-C9D4-1334-A05501C3ED9E}" dt="2026-07-30T08:52:01.032" v="417"/>
        <pc:sldMkLst>
          <pc:docMk/>
          <pc:sldMk cId="1156044845" sldId="793"/>
        </pc:sldMkLst>
        <pc:spChg chg="mod">
          <ac:chgData name="Hügle, Christoph" userId="S::christoph.huegle@hwk-freiburg.de::f6416fb1-1773-4ace-8c5c-4e7a7897853d" providerId="AD" clId="Web-{3386460E-1D00-C9D4-1334-A05501C3ED9E}" dt="2026-07-30T08:48:31.928" v="287" actId="20577"/>
          <ac:spMkLst>
            <pc:docMk/>
            <pc:sldMk cId="1156044845" sldId="793"/>
            <ac:spMk id="2" creationId="{10DA0971-2BDE-D3DC-3704-394DEF33E768}"/>
          </ac:spMkLst>
        </pc:spChg>
        <pc:spChg chg="mod">
          <ac:chgData name="Hügle, Christoph" userId="S::christoph.huegle@hwk-freiburg.de::f6416fb1-1773-4ace-8c5c-4e7a7897853d" providerId="AD" clId="Web-{3386460E-1D00-C9D4-1334-A05501C3ED9E}" dt="2026-07-30T08:50:00.573" v="318" actId="20577"/>
          <ac:spMkLst>
            <pc:docMk/>
            <pc:sldMk cId="1156044845" sldId="793"/>
            <ac:spMk id="3" creationId="{CAB44EC9-AB08-DB54-F79B-7FFACC8A2C14}"/>
          </ac:spMkLst>
        </pc:spChg>
        <pc:spChg chg="mod">
          <ac:chgData name="Hügle, Christoph" userId="S::christoph.huegle@hwk-freiburg.de::f6416fb1-1773-4ace-8c5c-4e7a7897853d" providerId="AD" clId="Web-{3386460E-1D00-C9D4-1334-A05501C3ED9E}" dt="2026-07-30T08:51:25.921" v="412" actId="20577"/>
          <ac:spMkLst>
            <pc:docMk/>
            <pc:sldMk cId="1156044845" sldId="793"/>
            <ac:spMk id="4" creationId="{C0D8D889-76B5-1607-9CC2-160E06EB7028}"/>
          </ac:spMkLst>
        </pc:spChg>
      </pc:sldChg>
      <pc:sldChg chg="delSp modSp add replId">
        <pc:chgData name="Hügle, Christoph" userId="S::christoph.huegle@hwk-freiburg.de::f6416fb1-1773-4ace-8c5c-4e7a7897853d" providerId="AD" clId="Web-{3386460E-1D00-C9D4-1334-A05501C3ED9E}" dt="2026-07-30T08:54:38.165" v="611" actId="20577"/>
        <pc:sldMkLst>
          <pc:docMk/>
          <pc:sldMk cId="931091893" sldId="794"/>
        </pc:sldMkLst>
        <pc:spChg chg="mod">
          <ac:chgData name="Hügle, Christoph" userId="S::christoph.huegle@hwk-freiburg.de::f6416fb1-1773-4ace-8c5c-4e7a7897853d" providerId="AD" clId="Web-{3386460E-1D00-C9D4-1334-A05501C3ED9E}" dt="2026-07-30T08:52:35.347" v="434" actId="20577"/>
          <ac:spMkLst>
            <pc:docMk/>
            <pc:sldMk cId="931091893" sldId="794"/>
            <ac:spMk id="3" creationId="{A239B8C3-2809-FA67-0AD3-C617B2450B40}"/>
          </ac:spMkLst>
        </pc:spChg>
        <pc:spChg chg="mod">
          <ac:chgData name="Hügle, Christoph" userId="S::christoph.huegle@hwk-freiburg.de::f6416fb1-1773-4ace-8c5c-4e7a7897853d" providerId="AD" clId="Web-{3386460E-1D00-C9D4-1334-A05501C3ED9E}" dt="2026-07-30T08:54:38.165" v="611" actId="20577"/>
          <ac:spMkLst>
            <pc:docMk/>
            <pc:sldMk cId="931091893" sldId="794"/>
            <ac:spMk id="4" creationId="{96652C52-591B-5904-1765-34C2DAFCFBAD}"/>
          </ac:spMkLst>
        </pc:spChg>
      </pc:sldChg>
      <pc:sldChg chg="modSp add replId">
        <pc:chgData name="Hügle, Christoph" userId="S::christoph.huegle@hwk-freiburg.de::f6416fb1-1773-4ace-8c5c-4e7a7897853d" providerId="AD" clId="Web-{3386460E-1D00-C9D4-1334-A05501C3ED9E}" dt="2026-07-30T08:58:32.849" v="923" actId="20577"/>
        <pc:sldMkLst>
          <pc:docMk/>
          <pc:sldMk cId="3512281421" sldId="795"/>
        </pc:sldMkLst>
        <pc:spChg chg="mod">
          <ac:chgData name="Hügle, Christoph" userId="S::christoph.huegle@hwk-freiburg.de::f6416fb1-1773-4ace-8c5c-4e7a7897853d" providerId="AD" clId="Web-{3386460E-1D00-C9D4-1334-A05501C3ED9E}" dt="2026-07-30T08:58:32.849" v="923" actId="20577"/>
          <ac:spMkLst>
            <pc:docMk/>
            <pc:sldMk cId="3512281421" sldId="795"/>
            <ac:spMk id="4" creationId="{A4F334F8-E99D-1C99-2E53-D8E0B8F83208}"/>
          </ac:spMkLst>
        </pc:spChg>
      </pc:sldChg>
    </pc:docChg>
  </pc:docChgLst>
  <pc:docChgLst>
    <pc:chgData name="Judith Rudiger" userId="S::judith.rudiger_ph-freiburg.de#ext#@hwkfreiburgde.onmicrosoft.com::b281bed0-e24e-423f-b290-84992150aa5e" providerId="AD" clId="Web-{BE7A96B4-49BF-4770-965B-093897A0C8FF}"/>
    <pc:docChg chg="addSld modSld modSection">
      <pc:chgData name="Judith Rudiger" userId="S::judith.rudiger_ph-freiburg.de#ext#@hwkfreiburgde.onmicrosoft.com::b281bed0-e24e-423f-b290-84992150aa5e" providerId="AD" clId="Web-{BE7A96B4-49BF-4770-965B-093897A0C8FF}" dt="2026-07-28T09:28:48.806" v="1399" actId="20577"/>
      <pc:docMkLst>
        <pc:docMk/>
      </pc:docMkLst>
      <pc:sldChg chg="addSp delSp modSp">
        <pc:chgData name="Judith Rudiger" userId="S::judith.rudiger_ph-freiburg.de#ext#@hwkfreiburgde.onmicrosoft.com::b281bed0-e24e-423f-b290-84992150aa5e" providerId="AD" clId="Web-{BE7A96B4-49BF-4770-965B-093897A0C8FF}" dt="2026-07-28T08:42:30.155" v="1095" actId="1076"/>
        <pc:sldMkLst>
          <pc:docMk/>
          <pc:sldMk cId="4160967553" sldId="325"/>
        </pc:sldMkLst>
        <pc:spChg chg="mod">
          <ac:chgData name="Judith Rudiger" userId="S::judith.rudiger_ph-freiburg.de#ext#@hwkfreiburgde.onmicrosoft.com::b281bed0-e24e-423f-b290-84992150aa5e" providerId="AD" clId="Web-{BE7A96B4-49BF-4770-965B-093897A0C8FF}" dt="2026-07-28T08:17:21.313" v="980" actId="20577"/>
          <ac:spMkLst>
            <pc:docMk/>
            <pc:sldMk cId="4160967553" sldId="325"/>
            <ac:spMk id="3" creationId="{A18DCB89-BB4C-4F13-6DD7-BBE9A7A4D33D}"/>
          </ac:spMkLst>
        </pc:spChg>
        <pc:spChg chg="mod">
          <ac:chgData name="Judith Rudiger" userId="S::judith.rudiger_ph-freiburg.de#ext#@hwkfreiburgde.onmicrosoft.com::b281bed0-e24e-423f-b290-84992150aa5e" providerId="AD" clId="Web-{BE7A96B4-49BF-4770-965B-093897A0C8FF}" dt="2026-07-28T08:28:55.455" v="1091" actId="1076"/>
          <ac:spMkLst>
            <pc:docMk/>
            <pc:sldMk cId="4160967553" sldId="325"/>
            <ac:spMk id="4" creationId="{B73FD01B-360A-541B-3608-CDF2B41A2E4F}"/>
          </ac:spMkLst>
        </pc:spChg>
      </pc:sldChg>
      <pc:sldChg chg="addSp modSp">
        <pc:chgData name="Judith Rudiger" userId="S::judith.rudiger_ph-freiburg.de#ext#@hwkfreiburgde.onmicrosoft.com::b281bed0-e24e-423f-b290-84992150aa5e" providerId="AD" clId="Web-{BE7A96B4-49BF-4770-965B-093897A0C8FF}" dt="2026-07-28T09:05:41.359" v="1296" actId="20577"/>
        <pc:sldMkLst>
          <pc:docMk/>
          <pc:sldMk cId="2261669271" sldId="327"/>
        </pc:sldMkLst>
        <pc:spChg chg="mod">
          <ac:chgData name="Judith Rudiger" userId="S::judith.rudiger_ph-freiburg.de#ext#@hwkfreiburgde.onmicrosoft.com::b281bed0-e24e-423f-b290-84992150aa5e" providerId="AD" clId="Web-{BE7A96B4-49BF-4770-965B-093897A0C8FF}" dt="2026-07-28T08:12:50.561" v="917" actId="20577"/>
          <ac:spMkLst>
            <pc:docMk/>
            <pc:sldMk cId="2261669271" sldId="327"/>
            <ac:spMk id="3" creationId="{0C92EEDE-19EB-E32E-68C7-A79346A9FF84}"/>
          </ac:spMkLst>
        </pc:spChg>
        <pc:spChg chg="mod">
          <ac:chgData name="Judith Rudiger" userId="S::judith.rudiger_ph-freiburg.de#ext#@hwkfreiburgde.onmicrosoft.com::b281bed0-e24e-423f-b290-84992150aa5e" providerId="AD" clId="Web-{BE7A96B4-49BF-4770-965B-093897A0C8FF}" dt="2026-07-28T09:05:41.359" v="1296" actId="20577"/>
          <ac:spMkLst>
            <pc:docMk/>
            <pc:sldMk cId="2261669271" sldId="327"/>
            <ac:spMk id="4" creationId="{2D88FF42-D954-3764-9AEC-3B6110C85C77}"/>
          </ac:spMkLst>
        </pc:spChg>
      </pc:sldChg>
      <pc:sldChg chg="modSp">
        <pc:chgData name="Judith Rudiger" userId="S::judith.rudiger_ph-freiburg.de#ext#@hwkfreiburgde.onmicrosoft.com::b281bed0-e24e-423f-b290-84992150aa5e" providerId="AD" clId="Web-{BE7A96B4-49BF-4770-965B-093897A0C8FF}" dt="2026-07-28T08:59:58.326" v="1235" actId="20577"/>
        <pc:sldMkLst>
          <pc:docMk/>
          <pc:sldMk cId="4206775934" sldId="786"/>
        </pc:sldMkLst>
        <pc:spChg chg="mod">
          <ac:chgData name="Judith Rudiger" userId="S::judith.rudiger_ph-freiburg.de#ext#@hwkfreiburgde.onmicrosoft.com::b281bed0-e24e-423f-b290-84992150aa5e" providerId="AD" clId="Web-{BE7A96B4-49BF-4770-965B-093897A0C8FF}" dt="2026-07-28T08:59:58.326" v="1235" actId="20577"/>
          <ac:spMkLst>
            <pc:docMk/>
            <pc:sldMk cId="4206775934" sldId="786"/>
            <ac:spMk id="4" creationId="{3A2AAED1-ED68-80A0-AE5A-2DCF8911BB74}"/>
          </ac:spMkLst>
        </pc:spChg>
      </pc:sldChg>
      <pc:sldChg chg="addSp delSp modSp add replId">
        <pc:chgData name="Judith Rudiger" userId="S::judith.rudiger_ph-freiburg.de#ext#@hwkfreiburgde.onmicrosoft.com::b281bed0-e24e-423f-b290-84992150aa5e" providerId="AD" clId="Web-{BE7A96B4-49BF-4770-965B-093897A0C8FF}" dt="2026-07-28T09:05:31.390" v="1287" actId="20577"/>
        <pc:sldMkLst>
          <pc:docMk/>
          <pc:sldMk cId="3125825813" sldId="787"/>
        </pc:sldMkLst>
        <pc:spChg chg="add mod">
          <ac:chgData name="Judith Rudiger" userId="S::judith.rudiger_ph-freiburg.de#ext#@hwkfreiburgde.onmicrosoft.com::b281bed0-e24e-423f-b290-84992150aa5e" providerId="AD" clId="Web-{BE7A96B4-49BF-4770-965B-093897A0C8FF}" dt="2026-07-28T09:05:31.390" v="1287" actId="20577"/>
          <ac:spMkLst>
            <pc:docMk/>
            <pc:sldMk cId="3125825813" sldId="787"/>
            <ac:spMk id="10" creationId="{37CFA546-986A-F0B7-E1BD-C1594F10C70E}"/>
          </ac:spMkLst>
        </pc:spChg>
        <pc:spChg chg="add mod">
          <ac:chgData name="Judith Rudiger" userId="S::judith.rudiger_ph-freiburg.de#ext#@hwkfreiburgde.onmicrosoft.com::b281bed0-e24e-423f-b290-84992150aa5e" providerId="AD" clId="Web-{BE7A96B4-49BF-4770-965B-093897A0C8FF}" dt="2026-07-28T08:13:33.984" v="935" actId="20577"/>
          <ac:spMkLst>
            <pc:docMk/>
            <pc:sldMk cId="3125825813" sldId="787"/>
            <ac:spMk id="12" creationId="{25043B5B-0D8E-D8DC-39EC-FEEBE87FCB5A}"/>
          </ac:spMkLst>
        </pc:spChg>
      </pc:sldChg>
      <pc:sldChg chg="addSp delSp modSp add replId">
        <pc:chgData name="Judith Rudiger" userId="S::judith.rudiger_ph-freiburg.de#ext#@hwkfreiburgde.onmicrosoft.com::b281bed0-e24e-423f-b290-84992150aa5e" providerId="AD" clId="Web-{BE7A96B4-49BF-4770-965B-093897A0C8FF}" dt="2026-07-28T09:28:48.806" v="1399" actId="20577"/>
        <pc:sldMkLst>
          <pc:docMk/>
          <pc:sldMk cId="4147050870" sldId="788"/>
        </pc:sldMkLst>
        <pc:spChg chg="mod">
          <ac:chgData name="Judith Rudiger" userId="S::judith.rudiger_ph-freiburg.de#ext#@hwkfreiburgde.onmicrosoft.com::b281bed0-e24e-423f-b290-84992150aa5e" providerId="AD" clId="Web-{BE7A96B4-49BF-4770-965B-093897A0C8FF}" dt="2026-07-28T08:15:57.781" v="962" actId="20577"/>
          <ac:spMkLst>
            <pc:docMk/>
            <pc:sldMk cId="4147050870" sldId="788"/>
            <ac:spMk id="2" creationId="{30D4A86B-3071-6015-A8F4-9AC712FC9D2E}"/>
          </ac:spMkLst>
        </pc:spChg>
        <pc:spChg chg="mod">
          <ac:chgData name="Judith Rudiger" userId="S::judith.rudiger_ph-freiburg.de#ext#@hwkfreiburgde.onmicrosoft.com::b281bed0-e24e-423f-b290-84992150aa5e" providerId="AD" clId="Web-{BE7A96B4-49BF-4770-965B-093897A0C8FF}" dt="2026-07-28T08:41:20.308" v="1093" actId="20577"/>
          <ac:spMkLst>
            <pc:docMk/>
            <pc:sldMk cId="4147050870" sldId="788"/>
            <ac:spMk id="3" creationId="{5F005535-E63D-0194-013B-8F4FD8761396}"/>
          </ac:spMkLst>
        </pc:spChg>
        <pc:spChg chg="mod">
          <ac:chgData name="Judith Rudiger" userId="S::judith.rudiger_ph-freiburg.de#ext#@hwkfreiburgde.onmicrosoft.com::b281bed0-e24e-423f-b290-84992150aa5e" providerId="AD" clId="Web-{BE7A96B4-49BF-4770-965B-093897A0C8FF}" dt="2026-07-28T09:28:48.806" v="1399" actId="20577"/>
          <ac:spMkLst>
            <pc:docMk/>
            <pc:sldMk cId="4147050870" sldId="788"/>
            <ac:spMk id="4" creationId="{F0717E47-C20A-A0C3-C849-892B7C2CDB45}"/>
          </ac:spMkLst>
        </pc:spChg>
        <pc:grpChg chg="mod">
          <ac:chgData name="Judith Rudiger" userId="S::judith.rudiger_ph-freiburg.de#ext#@hwkfreiburgde.onmicrosoft.com::b281bed0-e24e-423f-b290-84992150aa5e" providerId="AD" clId="Web-{BE7A96B4-49BF-4770-965B-093897A0C8FF}" dt="2026-07-28T08:08:24.715" v="848" actId="14100"/>
          <ac:grpSpMkLst>
            <pc:docMk/>
            <pc:sldMk cId="4147050870" sldId="788"/>
            <ac:grpSpMk id="19" creationId="{EC608BDC-956D-6AC4-23D3-F590498E34C5}"/>
          </ac:grpSpMkLst>
        </pc:grpChg>
      </pc:sldChg>
    </pc:docChg>
  </pc:docChgLst>
  <pc:docChgLst>
    <pc:chgData name="Glur, Nicole" userId="f6d17941-4cdb-44dd-a9d8-de0a3a94d60f" providerId="ADAL" clId="{312EF620-4723-49B0-9F22-00D9568887D1}"/>
    <pc:docChg chg="undo custSel addSld delSld modSld modSection">
      <pc:chgData name="Glur, Nicole" userId="f6d17941-4cdb-44dd-a9d8-de0a3a94d60f" providerId="ADAL" clId="{312EF620-4723-49B0-9F22-00D9568887D1}" dt="2026-07-28T16:21:37.198" v="4963" actId="20577"/>
      <pc:docMkLst>
        <pc:docMk/>
      </pc:docMkLst>
      <pc:sldChg chg="modSp mod">
        <pc:chgData name="Glur, Nicole" userId="f6d17941-4cdb-44dd-a9d8-de0a3a94d60f" providerId="ADAL" clId="{312EF620-4723-49B0-9F22-00D9568887D1}" dt="2026-07-28T14:49:16.290" v="779" actId="20577"/>
        <pc:sldMkLst>
          <pc:docMk/>
          <pc:sldMk cId="2936997597" sldId="768"/>
        </pc:sldMkLst>
        <pc:spChg chg="mod">
          <ac:chgData name="Glur, Nicole" userId="f6d17941-4cdb-44dd-a9d8-de0a3a94d60f" providerId="ADAL" clId="{312EF620-4723-49B0-9F22-00D9568887D1}" dt="2026-07-28T14:49:16.290" v="779" actId="20577"/>
          <ac:spMkLst>
            <pc:docMk/>
            <pc:sldMk cId="2936997597" sldId="768"/>
            <ac:spMk id="4" creationId="{345004DF-CD63-A141-F2DE-E1E7FDD7E3FB}"/>
          </ac:spMkLst>
        </pc:spChg>
        <pc:spChg chg="mod">
          <ac:chgData name="Glur, Nicole" userId="f6d17941-4cdb-44dd-a9d8-de0a3a94d60f" providerId="ADAL" clId="{312EF620-4723-49B0-9F22-00D9568887D1}" dt="2026-07-28T14:40:42.256" v="14" actId="20577"/>
          <ac:spMkLst>
            <pc:docMk/>
            <pc:sldMk cId="2936997597" sldId="768"/>
            <ac:spMk id="9" creationId="{7684A4FE-E2BB-947F-C45C-A5E547C73510}"/>
          </ac:spMkLst>
        </pc:spChg>
      </pc:sldChg>
      <pc:sldChg chg="addSp delSp modSp mod modClrScheme chgLayout">
        <pc:chgData name="Glur, Nicole" userId="f6d17941-4cdb-44dd-a9d8-de0a3a94d60f" providerId="ADAL" clId="{312EF620-4723-49B0-9F22-00D9568887D1}" dt="2026-07-28T15:08:27.194" v="1914" actId="20577"/>
        <pc:sldMkLst>
          <pc:docMk/>
          <pc:sldMk cId="993888734" sldId="769"/>
        </pc:sldMkLst>
        <pc:spChg chg="mod ord">
          <ac:chgData name="Glur, Nicole" userId="f6d17941-4cdb-44dd-a9d8-de0a3a94d60f" providerId="ADAL" clId="{312EF620-4723-49B0-9F22-00D9568887D1}" dt="2026-07-28T14:57:36.360" v="1420" actId="700"/>
          <ac:spMkLst>
            <pc:docMk/>
            <pc:sldMk cId="993888734" sldId="769"/>
            <ac:spMk id="2" creationId="{E6F084E6-4235-4F42-FE35-8D512324484B}"/>
          </ac:spMkLst>
        </pc:spChg>
        <pc:spChg chg="mod ord">
          <ac:chgData name="Glur, Nicole" userId="f6d17941-4cdb-44dd-a9d8-de0a3a94d60f" providerId="ADAL" clId="{312EF620-4723-49B0-9F22-00D9568887D1}" dt="2026-07-28T14:57:36.360" v="1420" actId="700"/>
          <ac:spMkLst>
            <pc:docMk/>
            <pc:sldMk cId="993888734" sldId="769"/>
            <ac:spMk id="5" creationId="{18B31879-F811-2AA1-4731-A3BA09390FD1}"/>
          </ac:spMkLst>
        </pc:spChg>
        <pc:spChg chg="mod ord">
          <ac:chgData name="Glur, Nicole" userId="f6d17941-4cdb-44dd-a9d8-de0a3a94d60f" providerId="ADAL" clId="{312EF620-4723-49B0-9F22-00D9568887D1}" dt="2026-07-28T14:57:36.360" v="1420" actId="700"/>
          <ac:spMkLst>
            <pc:docMk/>
            <pc:sldMk cId="993888734" sldId="769"/>
            <ac:spMk id="6" creationId="{2A540347-5F29-A7C2-2AF3-4B75B04AD2AA}"/>
          </ac:spMkLst>
        </pc:spChg>
        <pc:spChg chg="mod ord">
          <ac:chgData name="Glur, Nicole" userId="f6d17941-4cdb-44dd-a9d8-de0a3a94d60f" providerId="ADAL" clId="{312EF620-4723-49B0-9F22-00D9568887D1}" dt="2026-07-28T14:57:36.360" v="1420" actId="700"/>
          <ac:spMkLst>
            <pc:docMk/>
            <pc:sldMk cId="993888734" sldId="769"/>
            <ac:spMk id="9" creationId="{8CE35A83-9D90-073C-9C70-B015EA9E8638}"/>
          </ac:spMkLst>
        </pc:spChg>
        <pc:spChg chg="add del mod">
          <ac:chgData name="Glur, Nicole" userId="f6d17941-4cdb-44dd-a9d8-de0a3a94d60f" providerId="ADAL" clId="{312EF620-4723-49B0-9F22-00D9568887D1}" dt="2026-07-28T15:08:27.194" v="1914" actId="20577"/>
          <ac:spMkLst>
            <pc:docMk/>
            <pc:sldMk cId="993888734" sldId="769"/>
            <ac:spMk id="18" creationId="{2584E9F1-335A-08A1-8D1F-6CD82AFEDD70}"/>
          </ac:spMkLst>
        </pc:spChg>
      </pc:sldChg>
      <pc:sldChg chg="modSp add mod">
        <pc:chgData name="Glur, Nicole" userId="f6d17941-4cdb-44dd-a9d8-de0a3a94d60f" providerId="ADAL" clId="{312EF620-4723-49B0-9F22-00D9568887D1}" dt="2026-07-28T14:53:21.730" v="1289" actId="20577"/>
        <pc:sldMkLst>
          <pc:docMk/>
          <pc:sldMk cId="1681495058" sldId="789"/>
        </pc:sldMkLst>
        <pc:spChg chg="mod">
          <ac:chgData name="Glur, Nicole" userId="f6d17941-4cdb-44dd-a9d8-de0a3a94d60f" providerId="ADAL" clId="{312EF620-4723-49B0-9F22-00D9568887D1}" dt="2026-07-28T14:53:21.730" v="1289" actId="20577"/>
          <ac:spMkLst>
            <pc:docMk/>
            <pc:sldMk cId="1681495058" sldId="789"/>
            <ac:spMk id="4" creationId="{BD5BA75D-5595-75AB-D3C9-C5C7392F457D}"/>
          </ac:spMkLst>
        </pc:spChg>
      </pc:sldChg>
      <pc:sldChg chg="modSp add mod">
        <pc:chgData name="Glur, Nicole" userId="f6d17941-4cdb-44dd-a9d8-de0a3a94d60f" providerId="ADAL" clId="{312EF620-4723-49B0-9F22-00D9568887D1}" dt="2026-07-28T16:05:29.067" v="4341" actId="20577"/>
        <pc:sldMkLst>
          <pc:docMk/>
          <pc:sldMk cId="1441548503" sldId="791"/>
        </pc:sldMkLst>
        <pc:spChg chg="mod">
          <ac:chgData name="Glur, Nicole" userId="f6d17941-4cdb-44dd-a9d8-de0a3a94d60f" providerId="ADAL" clId="{312EF620-4723-49B0-9F22-00D9568887D1}" dt="2026-07-28T16:05:29.067" v="4341" actId="20577"/>
          <ac:spMkLst>
            <pc:docMk/>
            <pc:sldMk cId="1441548503" sldId="791"/>
            <ac:spMk id="18" creationId="{589EBD04-51FC-47A2-42D9-42BCFE3A2834}"/>
          </ac:spMkLst>
        </pc:spChg>
      </pc:sldChg>
    </pc:docChg>
  </pc:docChgLst>
  <pc:docChgLst>
    <pc:chgData name="Franziska Schwehm" userId="S::franziska.schwehm_ph-freiburg.de#ext#@hwkfreiburgde.onmicrosoft.com::79e7a872-2523-4354-8afc-1956dbbedb59" providerId="AD" clId="Web-{3E361E71-1929-0E7D-41C6-CA3B5A78501B}"/>
    <pc:docChg chg="modSld">
      <pc:chgData name="Franziska Schwehm" userId="S::franziska.schwehm_ph-freiburg.de#ext#@hwkfreiburgde.onmicrosoft.com::79e7a872-2523-4354-8afc-1956dbbedb59" providerId="AD" clId="Web-{3E361E71-1929-0E7D-41C6-CA3B5A78501B}" dt="2026-07-28T07:02:48.420" v="74" actId="20577"/>
      <pc:docMkLst>
        <pc:docMk/>
      </pc:docMkLst>
      <pc:sldChg chg="modSp">
        <pc:chgData name="Franziska Schwehm" userId="S::franziska.schwehm_ph-freiburg.de#ext#@hwkfreiburgde.onmicrosoft.com::79e7a872-2523-4354-8afc-1956dbbedb59" providerId="AD" clId="Web-{3E361E71-1929-0E7D-41C6-CA3B5A78501B}" dt="2026-07-28T07:02:48.420" v="74" actId="20577"/>
        <pc:sldMkLst>
          <pc:docMk/>
          <pc:sldMk cId="4160967553" sldId="325"/>
        </pc:sldMkLst>
        <pc:spChg chg="mod">
          <ac:chgData name="Franziska Schwehm" userId="S::franziska.schwehm_ph-freiburg.de#ext#@hwkfreiburgde.onmicrosoft.com::79e7a872-2523-4354-8afc-1956dbbedb59" providerId="AD" clId="Web-{3E361E71-1929-0E7D-41C6-CA3B5A78501B}" dt="2026-07-28T07:00:09.082" v="47" actId="20577"/>
          <ac:spMkLst>
            <pc:docMk/>
            <pc:sldMk cId="4160967553" sldId="325"/>
            <ac:spMk id="3" creationId="{A18DCB89-BB4C-4F13-6DD7-BBE9A7A4D33D}"/>
          </ac:spMkLst>
        </pc:spChg>
        <pc:spChg chg="mod">
          <ac:chgData name="Franziska Schwehm" userId="S::franziska.schwehm_ph-freiburg.de#ext#@hwkfreiburgde.onmicrosoft.com::79e7a872-2523-4354-8afc-1956dbbedb59" providerId="AD" clId="Web-{3E361E71-1929-0E7D-41C6-CA3B5A78501B}" dt="2026-07-28T07:02:48.420" v="74" actId="20577"/>
          <ac:spMkLst>
            <pc:docMk/>
            <pc:sldMk cId="4160967553" sldId="325"/>
            <ac:spMk id="4" creationId="{B73FD01B-360A-541B-3608-CDF2B41A2E4F}"/>
          </ac:spMkLst>
        </pc:spChg>
        <pc:spChg chg="mod">
          <ac:chgData name="Franziska Schwehm" userId="S::franziska.schwehm_ph-freiburg.de#ext#@hwkfreiburgde.onmicrosoft.com::79e7a872-2523-4354-8afc-1956dbbedb59" providerId="AD" clId="Web-{3E361E71-1929-0E7D-41C6-CA3B5A78501B}" dt="2026-07-28T06:24:47.276" v="2" actId="20577"/>
          <ac:spMkLst>
            <pc:docMk/>
            <pc:sldMk cId="4160967553" sldId="325"/>
            <ac:spMk id="6" creationId="{E11FE7FC-D016-415F-ADAB-3D1CEF4DAC20}"/>
          </ac:spMkLst>
        </pc:spChg>
      </pc:sldChg>
      <pc:sldChg chg="modSp">
        <pc:chgData name="Franziska Schwehm" userId="S::franziska.schwehm_ph-freiburg.de#ext#@hwkfreiburgde.onmicrosoft.com::79e7a872-2523-4354-8afc-1956dbbedb59" providerId="AD" clId="Web-{3E361E71-1929-0E7D-41C6-CA3B5A78501B}" dt="2026-07-28T06:27:06.108" v="34" actId="20577"/>
        <pc:sldMkLst>
          <pc:docMk/>
          <pc:sldMk cId="4206775934" sldId="786"/>
        </pc:sldMkLst>
        <pc:spChg chg="mod">
          <ac:chgData name="Franziska Schwehm" userId="S::franziska.schwehm_ph-freiburg.de#ext#@hwkfreiburgde.onmicrosoft.com::79e7a872-2523-4354-8afc-1956dbbedb59" providerId="AD" clId="Web-{3E361E71-1929-0E7D-41C6-CA3B5A78501B}" dt="2026-07-28T06:27:06.108" v="34" actId="20577"/>
          <ac:spMkLst>
            <pc:docMk/>
            <pc:sldMk cId="4206775934" sldId="786"/>
            <ac:spMk id="4" creationId="{3A2AAED1-ED68-80A0-AE5A-2DCF8911BB74}"/>
          </ac:spMkLst>
        </pc:spChg>
      </pc:sldChg>
    </pc:docChg>
  </pc:docChgLst>
  <pc:docChgLst>
    <pc:chgData name="Hügle, Christoph" userId="f6416fb1-1773-4ace-8c5c-4e7a7897853d" providerId="ADAL" clId="{E249F38A-B763-4DA1-A707-7EA4B534A830}"/>
    <pc:docChg chg="undo custSel addSld delSld modSld sldOrd modMainMaster modSection">
      <pc:chgData name="Hügle, Christoph" userId="f6416fb1-1773-4ace-8c5c-4e7a7897853d" providerId="ADAL" clId="{E249F38A-B763-4DA1-A707-7EA4B534A830}" dt="2026-08-05T07:43:03.901" v="3782"/>
      <pc:docMkLst>
        <pc:docMk/>
      </pc:docMkLst>
      <pc:sldChg chg="modSp mod">
        <pc:chgData name="Hügle, Christoph" userId="f6416fb1-1773-4ace-8c5c-4e7a7897853d" providerId="ADAL" clId="{E249F38A-B763-4DA1-A707-7EA4B534A830}" dt="2026-07-23T08:33:55.336" v="5" actId="20577"/>
        <pc:sldMkLst>
          <pc:docMk/>
          <pc:sldMk cId="1512048309" sldId="305"/>
        </pc:sldMkLst>
        <pc:spChg chg="mod">
          <ac:chgData name="Hügle, Christoph" userId="f6416fb1-1773-4ace-8c5c-4e7a7897853d" providerId="ADAL" clId="{E249F38A-B763-4DA1-A707-7EA4B534A830}" dt="2026-07-23T08:33:55.336" v="5" actId="20577"/>
          <ac:spMkLst>
            <pc:docMk/>
            <pc:sldMk cId="1512048309" sldId="305"/>
            <ac:spMk id="22" creationId="{3111D8B6-7AFD-62AE-A93C-1747E666E569}"/>
          </ac:spMkLst>
        </pc:spChg>
      </pc:sldChg>
      <pc:sldChg chg="modSp mod">
        <pc:chgData name="Hügle, Christoph" userId="f6416fb1-1773-4ace-8c5c-4e7a7897853d" providerId="ADAL" clId="{E249F38A-B763-4DA1-A707-7EA4B534A830}" dt="2026-08-05T07:42:21.845" v="3777"/>
        <pc:sldMkLst>
          <pc:docMk/>
          <pc:sldMk cId="1038906392" sldId="314"/>
        </pc:sldMkLst>
        <pc:spChg chg="mod">
          <ac:chgData name="Hügle, Christoph" userId="f6416fb1-1773-4ace-8c5c-4e7a7897853d" providerId="ADAL" clId="{E249F38A-B763-4DA1-A707-7EA4B534A830}" dt="2026-08-05T07:42:21.845" v="3777"/>
          <ac:spMkLst>
            <pc:docMk/>
            <pc:sldMk cId="1038906392" sldId="314"/>
            <ac:spMk id="5" creationId="{1F9CC5BB-D5D5-B65B-AAB0-1447DD4B9B0D}"/>
          </ac:spMkLst>
        </pc:spChg>
        <pc:spChg chg="mod">
          <ac:chgData name="Hügle, Christoph" userId="f6416fb1-1773-4ace-8c5c-4e7a7897853d" providerId="ADAL" clId="{E249F38A-B763-4DA1-A707-7EA4B534A830}" dt="2026-07-31T09:17:36.623" v="2696" actId="6549"/>
          <ac:spMkLst>
            <pc:docMk/>
            <pc:sldMk cId="1038906392" sldId="314"/>
            <ac:spMk id="11" creationId="{8DF64718-E5D9-D7FE-3B56-5D83AFB92FFF}"/>
          </ac:spMkLst>
        </pc:spChg>
      </pc:sldChg>
      <pc:sldChg chg="addSp delSp modSp mod">
        <pc:chgData name="Hügle, Christoph" userId="f6416fb1-1773-4ace-8c5c-4e7a7897853d" providerId="ADAL" clId="{E249F38A-B763-4DA1-A707-7EA4B534A830}" dt="2026-08-05T07:41:48.795" v="3770"/>
        <pc:sldMkLst>
          <pc:docMk/>
          <pc:sldMk cId="4160967553" sldId="325"/>
        </pc:sldMkLst>
        <pc:spChg chg="mod">
          <ac:chgData name="Hügle, Christoph" userId="f6416fb1-1773-4ace-8c5c-4e7a7897853d" providerId="ADAL" clId="{E249F38A-B763-4DA1-A707-7EA4B534A830}" dt="2026-07-31T09:02:20.760" v="2076" actId="6549"/>
          <ac:spMkLst>
            <pc:docMk/>
            <pc:sldMk cId="4160967553" sldId="325"/>
            <ac:spMk id="3" creationId="{A18DCB89-BB4C-4F13-6DD7-BBE9A7A4D33D}"/>
          </ac:spMkLst>
        </pc:spChg>
        <pc:spChg chg="mod">
          <ac:chgData name="Hügle, Christoph" userId="f6416fb1-1773-4ace-8c5c-4e7a7897853d" providerId="ADAL" clId="{E249F38A-B763-4DA1-A707-7EA4B534A830}" dt="2026-07-31T09:04:17.660" v="2090" actId="12"/>
          <ac:spMkLst>
            <pc:docMk/>
            <pc:sldMk cId="4160967553" sldId="325"/>
            <ac:spMk id="4" creationId="{B73FD01B-360A-541B-3608-CDF2B41A2E4F}"/>
          </ac:spMkLst>
        </pc:spChg>
        <pc:spChg chg="mod">
          <ac:chgData name="Hügle, Christoph" userId="f6416fb1-1773-4ace-8c5c-4e7a7897853d" providerId="ADAL" clId="{E249F38A-B763-4DA1-A707-7EA4B534A830}" dt="2026-08-05T07:39:53.559" v="3757"/>
          <ac:spMkLst>
            <pc:docMk/>
            <pc:sldMk cId="4160967553" sldId="325"/>
            <ac:spMk id="5" creationId="{6C387CFE-2C90-AA9F-73D6-8B277F5141C8}"/>
          </ac:spMkLst>
        </pc:spChg>
        <pc:spChg chg="del">
          <ac:chgData name="Hügle, Christoph" userId="f6416fb1-1773-4ace-8c5c-4e7a7897853d" providerId="ADAL" clId="{E249F38A-B763-4DA1-A707-7EA4B534A830}" dt="2026-08-05T07:41:38.547" v="3766" actId="478"/>
          <ac:spMkLst>
            <pc:docMk/>
            <pc:sldMk cId="4160967553" sldId="325"/>
            <ac:spMk id="6" creationId="{E11FE7FC-D016-415F-ADAB-3D1CEF4DAC20}"/>
          </ac:spMkLst>
        </pc:spChg>
        <pc:spChg chg="add del mod">
          <ac:chgData name="Hügle, Christoph" userId="f6416fb1-1773-4ace-8c5c-4e7a7897853d" providerId="ADAL" clId="{E249F38A-B763-4DA1-A707-7EA4B534A830}" dt="2026-08-05T07:41:43.658" v="3769" actId="478"/>
          <ac:spMkLst>
            <pc:docMk/>
            <pc:sldMk cId="4160967553" sldId="325"/>
            <ac:spMk id="8" creationId="{EEBFB4CE-714C-E15B-02B7-F088F52E1931}"/>
          </ac:spMkLst>
        </pc:spChg>
        <pc:spChg chg="add mod">
          <ac:chgData name="Hügle, Christoph" userId="f6416fb1-1773-4ace-8c5c-4e7a7897853d" providerId="ADAL" clId="{E249F38A-B763-4DA1-A707-7EA4B534A830}" dt="2026-08-05T07:41:48.795" v="3770"/>
          <ac:spMkLst>
            <pc:docMk/>
            <pc:sldMk cId="4160967553" sldId="325"/>
            <ac:spMk id="9" creationId="{2D3BC7A5-CF00-16DB-6C6E-C794E44B3979}"/>
          </ac:spMkLst>
        </pc:spChg>
        <pc:spChg chg="mod">
          <ac:chgData name="Hügle, Christoph" userId="f6416fb1-1773-4ace-8c5c-4e7a7897853d" providerId="ADAL" clId="{E249F38A-B763-4DA1-A707-7EA4B534A830}" dt="2026-07-31T09:04:24.272" v="2093" actId="20577"/>
          <ac:spMkLst>
            <pc:docMk/>
            <pc:sldMk cId="4160967553" sldId="325"/>
            <ac:spMk id="22" creationId="{232AAAC1-221B-3D18-6554-C8994C3515EF}"/>
          </ac:spMkLst>
        </pc:spChg>
      </pc:sldChg>
      <pc:sldChg chg="modSp mod">
        <pc:chgData name="Hügle, Christoph" userId="f6416fb1-1773-4ace-8c5c-4e7a7897853d" providerId="ADAL" clId="{E249F38A-B763-4DA1-A707-7EA4B534A830}" dt="2026-08-05T07:41:29.429" v="3765"/>
        <pc:sldMkLst>
          <pc:docMk/>
          <pc:sldMk cId="2387955176" sldId="326"/>
        </pc:sldMkLst>
        <pc:spChg chg="mod">
          <ac:chgData name="Hügle, Christoph" userId="f6416fb1-1773-4ace-8c5c-4e7a7897853d" providerId="ADAL" clId="{E249F38A-B763-4DA1-A707-7EA4B534A830}" dt="2026-07-31T09:30:46.514" v="3755" actId="20577"/>
          <ac:spMkLst>
            <pc:docMk/>
            <pc:sldMk cId="2387955176" sldId="326"/>
            <ac:spMk id="3" creationId="{57469C12-99C3-B6B4-73EE-42BCB2F70BF2}"/>
          </ac:spMkLst>
        </pc:spChg>
        <pc:spChg chg="mod">
          <ac:chgData name="Hügle, Christoph" userId="f6416fb1-1773-4ace-8c5c-4e7a7897853d" providerId="ADAL" clId="{E249F38A-B763-4DA1-A707-7EA4B534A830}" dt="2026-08-05T07:39:53.559" v="3757"/>
          <ac:spMkLst>
            <pc:docMk/>
            <pc:sldMk cId="2387955176" sldId="326"/>
            <ac:spMk id="5" creationId="{B06B5BDA-B65C-E352-2C7C-4C1D069CE32C}"/>
          </ac:spMkLst>
        </pc:spChg>
        <pc:spChg chg="mod">
          <ac:chgData name="Hügle, Christoph" userId="f6416fb1-1773-4ace-8c5c-4e7a7897853d" providerId="ADAL" clId="{E249F38A-B763-4DA1-A707-7EA4B534A830}" dt="2026-08-05T07:41:29.429" v="3765"/>
          <ac:spMkLst>
            <pc:docMk/>
            <pc:sldMk cId="2387955176" sldId="326"/>
            <ac:spMk id="6" creationId="{72A03C84-3BB8-6D3E-1E25-5FA1A3B95EB7}"/>
          </ac:spMkLst>
        </pc:spChg>
      </pc:sldChg>
      <pc:sldChg chg="delSp modSp mod chgLayout">
        <pc:chgData name="Hügle, Christoph" userId="f6416fb1-1773-4ace-8c5c-4e7a7897853d" providerId="ADAL" clId="{E249F38A-B763-4DA1-A707-7EA4B534A830}" dt="2026-08-05T07:41:29.429" v="3765"/>
        <pc:sldMkLst>
          <pc:docMk/>
          <pc:sldMk cId="2261669271" sldId="327"/>
        </pc:sldMkLst>
        <pc:spChg chg="mod ord">
          <ac:chgData name="Hügle, Christoph" userId="f6416fb1-1773-4ace-8c5c-4e7a7897853d" providerId="ADAL" clId="{E249F38A-B763-4DA1-A707-7EA4B534A830}" dt="2026-07-31T09:11:54.488" v="2444" actId="14100"/>
          <ac:spMkLst>
            <pc:docMk/>
            <pc:sldMk cId="2261669271" sldId="327"/>
            <ac:spMk id="2" creationId="{59862C1E-C08B-3832-AF04-26EC70C75B2C}"/>
          </ac:spMkLst>
        </pc:spChg>
        <pc:spChg chg="mod ord">
          <ac:chgData name="Hügle, Christoph" userId="f6416fb1-1773-4ace-8c5c-4e7a7897853d" providerId="ADAL" clId="{E249F38A-B763-4DA1-A707-7EA4B534A830}" dt="2026-07-31T09:12:04.417" v="2446" actId="1076"/>
          <ac:spMkLst>
            <pc:docMk/>
            <pc:sldMk cId="2261669271" sldId="327"/>
            <ac:spMk id="3" creationId="{0C92EEDE-19EB-E32E-68C7-A79346A9FF84}"/>
          </ac:spMkLst>
        </pc:spChg>
        <pc:spChg chg="mod ord">
          <ac:chgData name="Hügle, Christoph" userId="f6416fb1-1773-4ace-8c5c-4e7a7897853d" providerId="ADAL" clId="{E249F38A-B763-4DA1-A707-7EA4B534A830}" dt="2026-07-31T09:11:20.131" v="2442" actId="255"/>
          <ac:spMkLst>
            <pc:docMk/>
            <pc:sldMk cId="2261669271" sldId="327"/>
            <ac:spMk id="4" creationId="{2D88FF42-D954-3764-9AEC-3B6110C85C77}"/>
          </ac:spMkLst>
        </pc:spChg>
        <pc:spChg chg="mod ord">
          <ac:chgData name="Hügle, Christoph" userId="f6416fb1-1773-4ace-8c5c-4e7a7897853d" providerId="ADAL" clId="{E249F38A-B763-4DA1-A707-7EA4B534A830}" dt="2026-08-05T07:39:53.559" v="3757"/>
          <ac:spMkLst>
            <pc:docMk/>
            <pc:sldMk cId="2261669271" sldId="327"/>
            <ac:spMk id="5" creationId="{020507AC-39A3-F6F6-05D2-70A66AA883AB}"/>
          </ac:spMkLst>
        </pc:spChg>
        <pc:spChg chg="mod ord">
          <ac:chgData name="Hügle, Christoph" userId="f6416fb1-1773-4ace-8c5c-4e7a7897853d" providerId="ADAL" clId="{E249F38A-B763-4DA1-A707-7EA4B534A830}" dt="2026-08-05T07:41:29.429" v="3765"/>
          <ac:spMkLst>
            <pc:docMk/>
            <pc:sldMk cId="2261669271" sldId="327"/>
            <ac:spMk id="6" creationId="{A78BB78D-0EDF-A76D-ACA6-CBA69339E8A7}"/>
          </ac:spMkLst>
        </pc:spChg>
        <pc:picChg chg="mod ord modCrop">
          <ac:chgData name="Hügle, Christoph" userId="f6416fb1-1773-4ace-8c5c-4e7a7897853d" providerId="ADAL" clId="{E249F38A-B763-4DA1-A707-7EA4B534A830}" dt="2026-07-31T09:11:42.815" v="2443" actId="18131"/>
          <ac:picMkLst>
            <pc:docMk/>
            <pc:sldMk cId="2261669271" sldId="327"/>
            <ac:picMk id="9" creationId="{E57C47C5-E885-39EA-C2A6-0499C6A4EF32}"/>
          </ac:picMkLst>
        </pc:picChg>
      </pc:sldChg>
      <pc:sldChg chg="modSp">
        <pc:chgData name="Hügle, Christoph" userId="f6416fb1-1773-4ace-8c5c-4e7a7897853d" providerId="ADAL" clId="{E249F38A-B763-4DA1-A707-7EA4B534A830}" dt="2026-08-05T07:41:29.429" v="3765"/>
        <pc:sldMkLst>
          <pc:docMk/>
          <pc:sldMk cId="288110971" sldId="759"/>
        </pc:sldMkLst>
        <pc:spChg chg="mod">
          <ac:chgData name="Hügle, Christoph" userId="f6416fb1-1773-4ace-8c5c-4e7a7897853d" providerId="ADAL" clId="{E249F38A-B763-4DA1-A707-7EA4B534A830}" dt="2026-08-05T07:39:53.559" v="3757"/>
          <ac:spMkLst>
            <pc:docMk/>
            <pc:sldMk cId="288110971" sldId="759"/>
            <ac:spMk id="5" creationId="{384C798E-69D4-232E-1AD0-5BE155645534}"/>
          </ac:spMkLst>
        </pc:spChg>
        <pc:spChg chg="mod">
          <ac:chgData name="Hügle, Christoph" userId="f6416fb1-1773-4ace-8c5c-4e7a7897853d" providerId="ADAL" clId="{E249F38A-B763-4DA1-A707-7EA4B534A830}" dt="2026-08-05T07:41:29.429" v="3765"/>
          <ac:spMkLst>
            <pc:docMk/>
            <pc:sldMk cId="288110971" sldId="759"/>
            <ac:spMk id="6" creationId="{8D259EC2-1991-E902-5F5C-BB13E946C8D0}"/>
          </ac:spMkLst>
        </pc:spChg>
      </pc:sldChg>
      <pc:sldChg chg="addSp modSp mod">
        <pc:chgData name="Hügle, Christoph" userId="f6416fb1-1773-4ace-8c5c-4e7a7897853d" providerId="ADAL" clId="{E249F38A-B763-4DA1-A707-7EA4B534A830}" dt="2026-08-05T07:41:29.429" v="3765"/>
        <pc:sldMkLst>
          <pc:docMk/>
          <pc:sldMk cId="114231075" sldId="766"/>
        </pc:sldMkLst>
        <pc:spChg chg="mod">
          <ac:chgData name="Hügle, Christoph" userId="f6416fb1-1773-4ace-8c5c-4e7a7897853d" providerId="ADAL" clId="{E249F38A-B763-4DA1-A707-7EA4B534A830}" dt="2026-07-31T09:22:37.039" v="3080" actId="20577"/>
          <ac:spMkLst>
            <pc:docMk/>
            <pc:sldMk cId="114231075" sldId="766"/>
            <ac:spMk id="4" creationId="{9DBB782B-8E8B-29B6-7793-83C308A04794}"/>
          </ac:spMkLst>
        </pc:spChg>
        <pc:spChg chg="mod">
          <ac:chgData name="Hügle, Christoph" userId="f6416fb1-1773-4ace-8c5c-4e7a7897853d" providerId="ADAL" clId="{E249F38A-B763-4DA1-A707-7EA4B534A830}" dt="2026-08-05T07:39:53.559" v="3757"/>
          <ac:spMkLst>
            <pc:docMk/>
            <pc:sldMk cId="114231075" sldId="766"/>
            <ac:spMk id="5" creationId="{59B1CDA0-8FD0-F7A6-44CB-6C0C0B729645}"/>
          </ac:spMkLst>
        </pc:spChg>
        <pc:spChg chg="mod">
          <ac:chgData name="Hügle, Christoph" userId="f6416fb1-1773-4ace-8c5c-4e7a7897853d" providerId="ADAL" clId="{E249F38A-B763-4DA1-A707-7EA4B534A830}" dt="2026-08-05T07:41:29.429" v="3765"/>
          <ac:spMkLst>
            <pc:docMk/>
            <pc:sldMk cId="114231075" sldId="766"/>
            <ac:spMk id="6" creationId="{4B5BAE96-FE92-6A8B-CCA6-1D7BA309D9EF}"/>
          </ac:spMkLst>
        </pc:spChg>
        <pc:spChg chg="mod">
          <ac:chgData name="Hügle, Christoph" userId="f6416fb1-1773-4ace-8c5c-4e7a7897853d" providerId="ADAL" clId="{E249F38A-B763-4DA1-A707-7EA4B534A830}" dt="2026-07-31T09:22:29.545" v="3078" actId="14100"/>
          <ac:spMkLst>
            <pc:docMk/>
            <pc:sldMk cId="114231075" sldId="766"/>
            <ac:spMk id="7" creationId="{F49BB407-16D6-C8F6-4BDE-31C686C72D6A}"/>
          </ac:spMkLst>
        </pc:spChg>
        <pc:spChg chg="add mod">
          <ac:chgData name="Hügle, Christoph" userId="f6416fb1-1773-4ace-8c5c-4e7a7897853d" providerId="ADAL" clId="{E249F38A-B763-4DA1-A707-7EA4B534A830}" dt="2026-07-31T09:20:08.616" v="2791" actId="20577"/>
          <ac:spMkLst>
            <pc:docMk/>
            <pc:sldMk cId="114231075" sldId="766"/>
            <ac:spMk id="8" creationId="{65595A7D-6979-870A-2437-067556F63F4F}"/>
          </ac:spMkLst>
        </pc:spChg>
      </pc:sldChg>
      <pc:sldChg chg="addSp delSp modSp mod">
        <pc:chgData name="Hügle, Christoph" userId="f6416fb1-1773-4ace-8c5c-4e7a7897853d" providerId="ADAL" clId="{E249F38A-B763-4DA1-A707-7EA4B534A830}" dt="2026-08-05T07:40:56.536" v="3762"/>
        <pc:sldMkLst>
          <pc:docMk/>
          <pc:sldMk cId="2936997597" sldId="768"/>
        </pc:sldMkLst>
        <pc:spChg chg="add mod">
          <ac:chgData name="Hügle, Christoph" userId="f6416fb1-1773-4ace-8c5c-4e7a7897853d" providerId="ADAL" clId="{E249F38A-B763-4DA1-A707-7EA4B534A830}" dt="2026-08-05T07:40:56.536" v="3762"/>
          <ac:spMkLst>
            <pc:docMk/>
            <pc:sldMk cId="2936997597" sldId="768"/>
            <ac:spMk id="3" creationId="{866A8CDC-0197-4AFF-DA2B-F20B2CC341D4}"/>
          </ac:spMkLst>
        </pc:spChg>
        <pc:spChg chg="mod">
          <ac:chgData name="Hügle, Christoph" userId="f6416fb1-1773-4ace-8c5c-4e7a7897853d" providerId="ADAL" clId="{E249F38A-B763-4DA1-A707-7EA4B534A830}" dt="2026-08-05T07:39:53.559" v="3757"/>
          <ac:spMkLst>
            <pc:docMk/>
            <pc:sldMk cId="2936997597" sldId="768"/>
            <ac:spMk id="5" creationId="{2774BD60-0ED0-A1A1-3FFD-DF5080D9009B}"/>
          </ac:spMkLst>
        </pc:spChg>
        <pc:spChg chg="del mod">
          <ac:chgData name="Hügle, Christoph" userId="f6416fb1-1773-4ace-8c5c-4e7a7897853d" providerId="ADAL" clId="{E249F38A-B763-4DA1-A707-7EA4B534A830}" dt="2026-08-05T07:40:52.538" v="3761" actId="478"/>
          <ac:spMkLst>
            <pc:docMk/>
            <pc:sldMk cId="2936997597" sldId="768"/>
            <ac:spMk id="6" creationId="{BBF85B8D-637D-0BD5-DFDE-276005F800CC}"/>
          </ac:spMkLst>
        </pc:spChg>
      </pc:sldChg>
      <pc:sldChg chg="modSp">
        <pc:chgData name="Hügle, Christoph" userId="f6416fb1-1773-4ace-8c5c-4e7a7897853d" providerId="ADAL" clId="{E249F38A-B763-4DA1-A707-7EA4B534A830}" dt="2026-08-05T07:41:29.429" v="3765"/>
        <pc:sldMkLst>
          <pc:docMk/>
          <pc:sldMk cId="993888734" sldId="769"/>
        </pc:sldMkLst>
        <pc:spChg chg="mod">
          <ac:chgData name="Hügle, Christoph" userId="f6416fb1-1773-4ace-8c5c-4e7a7897853d" providerId="ADAL" clId="{E249F38A-B763-4DA1-A707-7EA4B534A830}" dt="2026-08-05T07:39:53.559" v="3757"/>
          <ac:spMkLst>
            <pc:docMk/>
            <pc:sldMk cId="993888734" sldId="769"/>
            <ac:spMk id="5" creationId="{18B31879-F811-2AA1-4731-A3BA09390FD1}"/>
          </ac:spMkLst>
        </pc:spChg>
        <pc:spChg chg="mod">
          <ac:chgData name="Hügle, Christoph" userId="f6416fb1-1773-4ace-8c5c-4e7a7897853d" providerId="ADAL" clId="{E249F38A-B763-4DA1-A707-7EA4B534A830}" dt="2026-08-05T07:41:29.429" v="3765"/>
          <ac:spMkLst>
            <pc:docMk/>
            <pc:sldMk cId="993888734" sldId="769"/>
            <ac:spMk id="6" creationId="{2A540347-5F29-A7C2-2AF3-4B75B04AD2AA}"/>
          </ac:spMkLst>
        </pc:spChg>
      </pc:sldChg>
      <pc:sldChg chg="addSp delSp modSp mod">
        <pc:chgData name="Hügle, Christoph" userId="f6416fb1-1773-4ace-8c5c-4e7a7897853d" providerId="ADAL" clId="{E249F38A-B763-4DA1-A707-7EA4B534A830}" dt="2026-08-05T07:43:03.901" v="3782"/>
        <pc:sldMkLst>
          <pc:docMk/>
          <pc:sldMk cId="1169967603" sldId="774"/>
        </pc:sldMkLst>
        <pc:spChg chg="mod">
          <ac:chgData name="Hügle, Christoph" userId="f6416fb1-1773-4ace-8c5c-4e7a7897853d" providerId="ADAL" clId="{E249F38A-B763-4DA1-A707-7EA4B534A830}" dt="2026-08-05T07:39:53.559" v="3757"/>
          <ac:spMkLst>
            <pc:docMk/>
            <pc:sldMk cId="1169967603" sldId="774"/>
            <ac:spMk id="8" creationId="{82280696-67B8-7642-35EB-A155406FAB8D}"/>
          </ac:spMkLst>
        </pc:spChg>
        <pc:spChg chg="del mod">
          <ac:chgData name="Hügle, Christoph" userId="f6416fb1-1773-4ace-8c5c-4e7a7897853d" providerId="ADAL" clId="{E249F38A-B763-4DA1-A707-7EA4B534A830}" dt="2026-08-05T07:43:03.478" v="3781" actId="478"/>
          <ac:spMkLst>
            <pc:docMk/>
            <pc:sldMk cId="1169967603" sldId="774"/>
            <ac:spMk id="9" creationId="{61BA6FB2-151F-B686-6B57-BFD9F874EB51}"/>
          </ac:spMkLst>
        </pc:spChg>
        <pc:spChg chg="add mod">
          <ac:chgData name="Hügle, Christoph" userId="f6416fb1-1773-4ace-8c5c-4e7a7897853d" providerId="ADAL" clId="{E249F38A-B763-4DA1-A707-7EA4B534A830}" dt="2026-08-05T07:43:03.901" v="3782"/>
          <ac:spMkLst>
            <pc:docMk/>
            <pc:sldMk cId="1169967603" sldId="774"/>
            <ac:spMk id="10" creationId="{3669DB6F-7B73-97A1-1DF8-2B0F6C0EA977}"/>
          </ac:spMkLst>
        </pc:spChg>
      </pc:sldChg>
      <pc:sldChg chg="modSp add mod ord">
        <pc:chgData name="Hügle, Christoph" userId="f6416fb1-1773-4ace-8c5c-4e7a7897853d" providerId="ADAL" clId="{E249F38A-B763-4DA1-A707-7EA4B534A830}" dt="2026-08-05T07:42:51.125" v="3780" actId="207"/>
        <pc:sldMkLst>
          <pc:docMk/>
          <pc:sldMk cId="520049631" sldId="778"/>
        </pc:sldMkLst>
        <pc:spChg chg="mod">
          <ac:chgData name="Hügle, Christoph" userId="f6416fb1-1773-4ace-8c5c-4e7a7897853d" providerId="ADAL" clId="{E249F38A-B763-4DA1-A707-7EA4B534A830}" dt="2026-07-31T09:25:42.240" v="3147"/>
          <ac:spMkLst>
            <pc:docMk/>
            <pc:sldMk cId="520049631" sldId="778"/>
            <ac:spMk id="2" creationId="{B0485F42-B345-D3A3-73BE-BC6C192E639C}"/>
          </ac:spMkLst>
        </pc:spChg>
        <pc:spChg chg="mod">
          <ac:chgData name="Hügle, Christoph" userId="f6416fb1-1773-4ace-8c5c-4e7a7897853d" providerId="ADAL" clId="{E249F38A-B763-4DA1-A707-7EA4B534A830}" dt="2026-08-05T07:39:53.559" v="3757"/>
          <ac:spMkLst>
            <pc:docMk/>
            <pc:sldMk cId="520049631" sldId="778"/>
            <ac:spMk id="5" creationId="{1E5414FD-4251-3B71-B4B6-0410EAF7799E}"/>
          </ac:spMkLst>
        </pc:spChg>
        <pc:spChg chg="mod">
          <ac:chgData name="Hügle, Christoph" userId="f6416fb1-1773-4ace-8c5c-4e7a7897853d" providerId="ADAL" clId="{E249F38A-B763-4DA1-A707-7EA4B534A830}" dt="2026-08-05T07:42:51.125" v="3780" actId="207"/>
          <ac:spMkLst>
            <pc:docMk/>
            <pc:sldMk cId="520049631" sldId="778"/>
            <ac:spMk id="6" creationId="{A7BCF3A1-625C-0CDD-7619-15A22B41041B}"/>
          </ac:spMkLst>
        </pc:spChg>
        <pc:spChg chg="mod">
          <ac:chgData name="Hügle, Christoph" userId="f6416fb1-1773-4ace-8c5c-4e7a7897853d" providerId="ADAL" clId="{E249F38A-B763-4DA1-A707-7EA4B534A830}" dt="2026-07-31T09:27:33.415" v="3492" actId="20577"/>
          <ac:spMkLst>
            <pc:docMk/>
            <pc:sldMk cId="520049631" sldId="778"/>
            <ac:spMk id="89" creationId="{044DE118-D433-4BCD-8511-ED8714CCD6F0}"/>
          </ac:spMkLst>
        </pc:spChg>
      </pc:sldChg>
      <pc:sldChg chg="addSp delSp modSp mod">
        <pc:chgData name="Hügle, Christoph" userId="f6416fb1-1773-4ace-8c5c-4e7a7897853d" providerId="ADAL" clId="{E249F38A-B763-4DA1-A707-7EA4B534A830}" dt="2026-08-05T07:42:21.845" v="3777"/>
        <pc:sldMkLst>
          <pc:docMk/>
          <pc:sldMk cId="3034723747" sldId="779"/>
        </pc:sldMkLst>
        <pc:spChg chg="add mod">
          <ac:chgData name="Hügle, Christoph" userId="f6416fb1-1773-4ace-8c5c-4e7a7897853d" providerId="ADAL" clId="{E249F38A-B763-4DA1-A707-7EA4B534A830}" dt="2026-08-05T07:42:21.845" v="3777"/>
          <ac:spMkLst>
            <pc:docMk/>
            <pc:sldMk cId="3034723747" sldId="779"/>
            <ac:spMk id="3" creationId="{2AF88166-BCF2-9D94-203C-4F5D6CD6C3D9}"/>
          </ac:spMkLst>
        </pc:spChg>
        <pc:spChg chg="del">
          <ac:chgData name="Hügle, Christoph" userId="f6416fb1-1773-4ace-8c5c-4e7a7897853d" providerId="ADAL" clId="{E249F38A-B763-4DA1-A707-7EA4B534A830}" dt="2026-08-05T07:42:04.347" v="3775" actId="478"/>
          <ac:spMkLst>
            <pc:docMk/>
            <pc:sldMk cId="3034723747" sldId="779"/>
            <ac:spMk id="4" creationId="{BAA4B91C-5595-F26F-B1AA-C32B0340F55A}"/>
          </ac:spMkLst>
        </pc:spChg>
        <pc:spChg chg="mod">
          <ac:chgData name="Hügle, Christoph" userId="f6416fb1-1773-4ace-8c5c-4e7a7897853d" providerId="ADAL" clId="{E249F38A-B763-4DA1-A707-7EA4B534A830}" dt="2026-07-31T09:16:49.351" v="2693" actId="1076"/>
          <ac:spMkLst>
            <pc:docMk/>
            <pc:sldMk cId="3034723747" sldId="779"/>
            <ac:spMk id="9" creationId="{7487FB52-77E5-B645-83E6-9056E1B2B565}"/>
          </ac:spMkLst>
        </pc:spChg>
        <pc:spChg chg="mod">
          <ac:chgData name="Hügle, Christoph" userId="f6416fb1-1773-4ace-8c5c-4e7a7897853d" providerId="ADAL" clId="{E249F38A-B763-4DA1-A707-7EA4B534A830}" dt="2026-07-31T09:16:54.391" v="2694" actId="1076"/>
          <ac:spMkLst>
            <pc:docMk/>
            <pc:sldMk cId="3034723747" sldId="779"/>
            <ac:spMk id="16" creationId="{6D78BB79-451F-0866-6222-9B70D8E3D765}"/>
          </ac:spMkLst>
        </pc:spChg>
      </pc:sldChg>
      <pc:sldChg chg="addSp delSp modSp mod">
        <pc:chgData name="Hügle, Christoph" userId="f6416fb1-1773-4ace-8c5c-4e7a7897853d" providerId="ADAL" clId="{E249F38A-B763-4DA1-A707-7EA4B534A830}" dt="2026-08-05T07:42:01.971" v="3774"/>
        <pc:sldMkLst>
          <pc:docMk/>
          <pc:sldMk cId="3390189541" sldId="782"/>
        </pc:sldMkLst>
        <pc:spChg chg="mod">
          <ac:chgData name="Hügle, Christoph" userId="f6416fb1-1773-4ace-8c5c-4e7a7897853d" providerId="ADAL" clId="{E249F38A-B763-4DA1-A707-7EA4B534A830}" dt="2026-07-31T09:13:41.175" v="2536" actId="790"/>
          <ac:spMkLst>
            <pc:docMk/>
            <pc:sldMk cId="3390189541" sldId="782"/>
            <ac:spMk id="2" creationId="{BD2CA033-3F2A-4B95-2DD6-C7860B1DEB5B}"/>
          </ac:spMkLst>
        </pc:spChg>
        <pc:spChg chg="mod">
          <ac:chgData name="Hügle, Christoph" userId="f6416fb1-1773-4ace-8c5c-4e7a7897853d" providerId="ADAL" clId="{E249F38A-B763-4DA1-A707-7EA4B534A830}" dt="2026-07-31T09:13:41.175" v="2536" actId="790"/>
          <ac:spMkLst>
            <pc:docMk/>
            <pc:sldMk cId="3390189541" sldId="782"/>
            <ac:spMk id="3" creationId="{0B77B72C-B352-4842-9416-43F0EB96B5CA}"/>
          </ac:spMkLst>
        </pc:spChg>
        <pc:spChg chg="mod">
          <ac:chgData name="Hügle, Christoph" userId="f6416fb1-1773-4ace-8c5c-4e7a7897853d" providerId="ADAL" clId="{E249F38A-B763-4DA1-A707-7EA4B534A830}" dt="2026-07-31T09:13:47.385" v="2537" actId="20577"/>
          <ac:spMkLst>
            <pc:docMk/>
            <pc:sldMk cId="3390189541" sldId="782"/>
            <ac:spMk id="4" creationId="{77EEB8AF-574B-DC70-27AC-B932B090B3C4}"/>
          </ac:spMkLst>
        </pc:spChg>
        <pc:spChg chg="add mod">
          <ac:chgData name="Hügle, Christoph" userId="f6416fb1-1773-4ace-8c5c-4e7a7897853d" providerId="ADAL" clId="{E249F38A-B763-4DA1-A707-7EA4B534A830}" dt="2026-08-05T07:42:01.971" v="3774"/>
          <ac:spMkLst>
            <pc:docMk/>
            <pc:sldMk cId="3390189541" sldId="782"/>
            <ac:spMk id="5" creationId="{0A7EF17B-E4CE-9027-556C-B9B2D147E003}"/>
          </ac:spMkLst>
        </pc:spChg>
        <pc:spChg chg="mod">
          <ac:chgData name="Hügle, Christoph" userId="f6416fb1-1773-4ace-8c5c-4e7a7897853d" providerId="ADAL" clId="{E249F38A-B763-4DA1-A707-7EA4B534A830}" dt="2026-08-05T07:39:53.559" v="3757"/>
          <ac:spMkLst>
            <pc:docMk/>
            <pc:sldMk cId="3390189541" sldId="782"/>
            <ac:spMk id="6" creationId="{D16DA7B6-7275-D730-DA17-3E5C81BEBD2D}"/>
          </ac:spMkLst>
        </pc:spChg>
        <pc:spChg chg="del mod">
          <ac:chgData name="Hügle, Christoph" userId="f6416fb1-1773-4ace-8c5c-4e7a7897853d" providerId="ADAL" clId="{E249F38A-B763-4DA1-A707-7EA4B534A830}" dt="2026-08-05T07:42:01.741" v="3773" actId="478"/>
          <ac:spMkLst>
            <pc:docMk/>
            <pc:sldMk cId="3390189541" sldId="782"/>
            <ac:spMk id="9" creationId="{E4872116-EEBA-C5F4-ED12-D4748665FADB}"/>
          </ac:spMkLst>
        </pc:spChg>
      </pc:sldChg>
      <pc:sldChg chg="modSp">
        <pc:chgData name="Hügle, Christoph" userId="f6416fb1-1773-4ace-8c5c-4e7a7897853d" providerId="ADAL" clId="{E249F38A-B763-4DA1-A707-7EA4B534A830}" dt="2026-08-05T07:42:21.845" v="3777"/>
        <pc:sldMkLst>
          <pc:docMk/>
          <pc:sldMk cId="1478955666" sldId="784"/>
        </pc:sldMkLst>
        <pc:spChg chg="mod">
          <ac:chgData name="Hügle, Christoph" userId="f6416fb1-1773-4ace-8c5c-4e7a7897853d" providerId="ADAL" clId="{E249F38A-B763-4DA1-A707-7EA4B534A830}" dt="2026-08-05T07:42:21.845" v="3777"/>
          <ac:spMkLst>
            <pc:docMk/>
            <pc:sldMk cId="1478955666" sldId="784"/>
            <ac:spMk id="4" creationId="{225BDE55-6D6A-BD8D-E9DC-AECC5550BAC3}"/>
          </ac:spMkLst>
        </pc:spChg>
      </pc:sldChg>
      <pc:sldChg chg="addSp delSp modSp mod">
        <pc:chgData name="Hügle, Christoph" userId="f6416fb1-1773-4ace-8c5c-4e7a7897853d" providerId="ADAL" clId="{E249F38A-B763-4DA1-A707-7EA4B534A830}" dt="2026-08-05T07:41:54.938" v="3772"/>
        <pc:sldMkLst>
          <pc:docMk/>
          <pc:sldMk cId="4206775934" sldId="786"/>
        </pc:sldMkLst>
        <pc:spChg chg="mod">
          <ac:chgData name="Hügle, Christoph" userId="f6416fb1-1773-4ace-8c5c-4e7a7897853d" providerId="ADAL" clId="{E249F38A-B763-4DA1-A707-7EA4B534A830}" dt="2026-07-31T09:04:46.517" v="2094" actId="790"/>
          <ac:spMkLst>
            <pc:docMk/>
            <pc:sldMk cId="4206775934" sldId="786"/>
            <ac:spMk id="2" creationId="{709B68DE-090B-6E73-3637-774464692525}"/>
          </ac:spMkLst>
        </pc:spChg>
        <pc:spChg chg="mod">
          <ac:chgData name="Hügle, Christoph" userId="f6416fb1-1773-4ace-8c5c-4e7a7897853d" providerId="ADAL" clId="{E249F38A-B763-4DA1-A707-7EA4B534A830}" dt="2026-07-31T09:04:46.517" v="2094" actId="790"/>
          <ac:spMkLst>
            <pc:docMk/>
            <pc:sldMk cId="4206775934" sldId="786"/>
            <ac:spMk id="3" creationId="{BB26BE51-4789-645A-7806-723D845D7554}"/>
          </ac:spMkLst>
        </pc:spChg>
        <pc:spChg chg="mod">
          <ac:chgData name="Hügle, Christoph" userId="f6416fb1-1773-4ace-8c5c-4e7a7897853d" providerId="ADAL" clId="{E249F38A-B763-4DA1-A707-7EA4B534A830}" dt="2026-07-31T09:06:57.567" v="2192" actId="20577"/>
          <ac:spMkLst>
            <pc:docMk/>
            <pc:sldMk cId="4206775934" sldId="786"/>
            <ac:spMk id="4" creationId="{3A2AAED1-ED68-80A0-AE5A-2DCF8911BB74}"/>
          </ac:spMkLst>
        </pc:spChg>
        <pc:spChg chg="mod">
          <ac:chgData name="Hügle, Christoph" userId="f6416fb1-1773-4ace-8c5c-4e7a7897853d" providerId="ADAL" clId="{E249F38A-B763-4DA1-A707-7EA4B534A830}" dt="2026-08-05T07:39:53.559" v="3757"/>
          <ac:spMkLst>
            <pc:docMk/>
            <pc:sldMk cId="4206775934" sldId="786"/>
            <ac:spMk id="5" creationId="{09965665-7A66-4129-24BE-9272D8B1CEC9}"/>
          </ac:spMkLst>
        </pc:spChg>
        <pc:spChg chg="add mod">
          <ac:chgData name="Hügle, Christoph" userId="f6416fb1-1773-4ace-8c5c-4e7a7897853d" providerId="ADAL" clId="{E249F38A-B763-4DA1-A707-7EA4B534A830}" dt="2026-08-05T07:41:54.938" v="3772"/>
          <ac:spMkLst>
            <pc:docMk/>
            <pc:sldMk cId="4206775934" sldId="786"/>
            <ac:spMk id="6" creationId="{F2512EA8-20F4-5CCB-608D-C31A9876C191}"/>
          </ac:spMkLst>
        </pc:spChg>
        <pc:spChg chg="del mod">
          <ac:chgData name="Hügle, Christoph" userId="f6416fb1-1773-4ace-8c5c-4e7a7897853d" providerId="ADAL" clId="{E249F38A-B763-4DA1-A707-7EA4B534A830}" dt="2026-08-05T07:41:54.619" v="3771" actId="478"/>
          <ac:spMkLst>
            <pc:docMk/>
            <pc:sldMk cId="4206775934" sldId="786"/>
            <ac:spMk id="8" creationId="{29640CCE-FEBB-BD81-3631-3B789C3AE517}"/>
          </ac:spMkLst>
        </pc:spChg>
      </pc:sldChg>
      <pc:sldChg chg="delSp modSp mod">
        <pc:chgData name="Hügle, Christoph" userId="f6416fb1-1773-4ace-8c5c-4e7a7897853d" providerId="ADAL" clId="{E249F38A-B763-4DA1-A707-7EA4B534A830}" dt="2026-08-05T07:41:29.429" v="3765"/>
        <pc:sldMkLst>
          <pc:docMk/>
          <pc:sldMk cId="3125825813" sldId="787"/>
        </pc:sldMkLst>
        <pc:spChg chg="mod">
          <ac:chgData name="Hügle, Christoph" userId="f6416fb1-1773-4ace-8c5c-4e7a7897853d" providerId="ADAL" clId="{E249F38A-B763-4DA1-A707-7EA4B534A830}" dt="2026-08-05T07:39:53.559" v="3757"/>
          <ac:spMkLst>
            <pc:docMk/>
            <pc:sldMk cId="3125825813" sldId="787"/>
            <ac:spMk id="5" creationId="{CF7FD934-F14E-A3AB-6F8E-D710A909A0C0}"/>
          </ac:spMkLst>
        </pc:spChg>
        <pc:spChg chg="mod">
          <ac:chgData name="Hügle, Christoph" userId="f6416fb1-1773-4ace-8c5c-4e7a7897853d" providerId="ADAL" clId="{E249F38A-B763-4DA1-A707-7EA4B534A830}" dt="2026-08-05T07:41:29.429" v="3765"/>
          <ac:spMkLst>
            <pc:docMk/>
            <pc:sldMk cId="3125825813" sldId="787"/>
            <ac:spMk id="6" creationId="{A8989F52-438E-3F50-5A49-1411FD0248BC}"/>
          </ac:spMkLst>
        </pc:spChg>
        <pc:spChg chg="mod">
          <ac:chgData name="Hügle, Christoph" userId="f6416fb1-1773-4ace-8c5c-4e7a7897853d" providerId="ADAL" clId="{E249F38A-B763-4DA1-A707-7EA4B534A830}" dt="2026-07-31T09:13:05.608" v="2532" actId="20577"/>
          <ac:spMkLst>
            <pc:docMk/>
            <pc:sldMk cId="3125825813" sldId="787"/>
            <ac:spMk id="10" creationId="{37CFA546-986A-F0B7-E1BD-C1594F10C70E}"/>
          </ac:spMkLst>
        </pc:spChg>
        <pc:spChg chg="mod">
          <ac:chgData name="Hügle, Christoph" userId="f6416fb1-1773-4ace-8c5c-4e7a7897853d" providerId="ADAL" clId="{E249F38A-B763-4DA1-A707-7EA4B534A830}" dt="2026-07-31T09:12:44.529" v="2491" actId="207"/>
          <ac:spMkLst>
            <pc:docMk/>
            <pc:sldMk cId="3125825813" sldId="787"/>
            <ac:spMk id="12" creationId="{25043B5B-0D8E-D8DC-39EC-FEEBE87FCB5A}"/>
          </ac:spMkLst>
        </pc:spChg>
      </pc:sldChg>
      <pc:sldChg chg="modSp mod">
        <pc:chgData name="Hügle, Christoph" userId="f6416fb1-1773-4ace-8c5c-4e7a7897853d" providerId="ADAL" clId="{E249F38A-B763-4DA1-A707-7EA4B534A830}" dt="2026-08-05T07:41:29.429" v="3765"/>
        <pc:sldMkLst>
          <pc:docMk/>
          <pc:sldMk cId="4147050870" sldId="788"/>
        </pc:sldMkLst>
        <pc:spChg chg="mod">
          <ac:chgData name="Hügle, Christoph" userId="f6416fb1-1773-4ace-8c5c-4e7a7897853d" providerId="ADAL" clId="{E249F38A-B763-4DA1-A707-7EA4B534A830}" dt="2026-07-31T08:47:56.847" v="1246" actId="20577"/>
          <ac:spMkLst>
            <pc:docMk/>
            <pc:sldMk cId="4147050870" sldId="788"/>
            <ac:spMk id="3" creationId="{5F005535-E63D-0194-013B-8F4FD8761396}"/>
          </ac:spMkLst>
        </pc:spChg>
        <pc:spChg chg="mod">
          <ac:chgData name="Hügle, Christoph" userId="f6416fb1-1773-4ace-8c5c-4e7a7897853d" providerId="ADAL" clId="{E249F38A-B763-4DA1-A707-7EA4B534A830}" dt="2026-08-05T07:39:53.559" v="3757"/>
          <ac:spMkLst>
            <pc:docMk/>
            <pc:sldMk cId="4147050870" sldId="788"/>
            <ac:spMk id="5" creationId="{0C7A60B2-34E5-4EC0-9CC8-54B179670A80}"/>
          </ac:spMkLst>
        </pc:spChg>
        <pc:spChg chg="mod">
          <ac:chgData name="Hügle, Christoph" userId="f6416fb1-1773-4ace-8c5c-4e7a7897853d" providerId="ADAL" clId="{E249F38A-B763-4DA1-A707-7EA4B534A830}" dt="2026-08-05T07:41:29.429" v="3765"/>
          <ac:spMkLst>
            <pc:docMk/>
            <pc:sldMk cId="4147050870" sldId="788"/>
            <ac:spMk id="6" creationId="{CBEB5A2C-5AEE-CD03-20BC-31868B6897C0}"/>
          </ac:spMkLst>
        </pc:spChg>
      </pc:sldChg>
      <pc:sldChg chg="addSp delSp modSp mod">
        <pc:chgData name="Hügle, Christoph" userId="f6416fb1-1773-4ace-8c5c-4e7a7897853d" providerId="ADAL" clId="{E249F38A-B763-4DA1-A707-7EA4B534A830}" dt="2026-08-05T07:41:03.940" v="3764"/>
        <pc:sldMkLst>
          <pc:docMk/>
          <pc:sldMk cId="1681495058" sldId="789"/>
        </pc:sldMkLst>
        <pc:spChg chg="add mod">
          <ac:chgData name="Hügle, Christoph" userId="f6416fb1-1773-4ace-8c5c-4e7a7897853d" providerId="ADAL" clId="{E249F38A-B763-4DA1-A707-7EA4B534A830}" dt="2026-08-05T07:41:03.940" v="3764"/>
          <ac:spMkLst>
            <pc:docMk/>
            <pc:sldMk cId="1681495058" sldId="789"/>
            <ac:spMk id="3" creationId="{9BFF6FE1-7B14-2506-BDB3-FC14F31421B4}"/>
          </ac:spMkLst>
        </pc:spChg>
        <pc:spChg chg="mod">
          <ac:chgData name="Hügle, Christoph" userId="f6416fb1-1773-4ace-8c5c-4e7a7897853d" providerId="ADAL" clId="{E249F38A-B763-4DA1-A707-7EA4B534A830}" dt="2026-08-05T07:39:53.559" v="3757"/>
          <ac:spMkLst>
            <pc:docMk/>
            <pc:sldMk cId="1681495058" sldId="789"/>
            <ac:spMk id="5" creationId="{F73F8F4E-7F7C-3B70-0E89-3D08C8CEEEBA}"/>
          </ac:spMkLst>
        </pc:spChg>
        <pc:spChg chg="del">
          <ac:chgData name="Hügle, Christoph" userId="f6416fb1-1773-4ace-8c5c-4e7a7897853d" providerId="ADAL" clId="{E249F38A-B763-4DA1-A707-7EA4B534A830}" dt="2026-08-05T07:41:03.699" v="3763" actId="478"/>
          <ac:spMkLst>
            <pc:docMk/>
            <pc:sldMk cId="1681495058" sldId="789"/>
            <ac:spMk id="6" creationId="{BE764167-857A-26CD-E25E-E589231784EC}"/>
          </ac:spMkLst>
        </pc:spChg>
      </pc:sldChg>
      <pc:sldChg chg="addSp modSp mod">
        <pc:chgData name="Hügle, Christoph" userId="f6416fb1-1773-4ace-8c5c-4e7a7897853d" providerId="ADAL" clId="{E249F38A-B763-4DA1-A707-7EA4B534A830}" dt="2026-08-05T07:41:29.429" v="3765"/>
        <pc:sldMkLst>
          <pc:docMk/>
          <pc:sldMk cId="1441548503" sldId="791"/>
        </pc:sldMkLst>
        <pc:spChg chg="add mod">
          <ac:chgData name="Hügle, Christoph" userId="f6416fb1-1773-4ace-8c5c-4e7a7897853d" providerId="ADAL" clId="{E249F38A-B763-4DA1-A707-7EA4B534A830}" dt="2026-07-31T09:16:34.872" v="2692" actId="20577"/>
          <ac:spMkLst>
            <pc:docMk/>
            <pc:sldMk cId="1441548503" sldId="791"/>
            <ac:spMk id="4" creationId="{7B8457AB-5DE6-D846-CD02-4AA9631AEBEF}"/>
          </ac:spMkLst>
        </pc:spChg>
        <pc:spChg chg="mod">
          <ac:chgData name="Hügle, Christoph" userId="f6416fb1-1773-4ace-8c5c-4e7a7897853d" providerId="ADAL" clId="{E249F38A-B763-4DA1-A707-7EA4B534A830}" dt="2026-08-05T07:39:53.559" v="3757"/>
          <ac:spMkLst>
            <pc:docMk/>
            <pc:sldMk cId="1441548503" sldId="791"/>
            <ac:spMk id="5" creationId="{A50BA811-0F35-4F0A-3EB7-7BC90352F858}"/>
          </ac:spMkLst>
        </pc:spChg>
        <pc:spChg chg="mod">
          <ac:chgData name="Hügle, Christoph" userId="f6416fb1-1773-4ace-8c5c-4e7a7897853d" providerId="ADAL" clId="{E249F38A-B763-4DA1-A707-7EA4B534A830}" dt="2026-08-05T07:41:29.429" v="3765"/>
          <ac:spMkLst>
            <pc:docMk/>
            <pc:sldMk cId="1441548503" sldId="791"/>
            <ac:spMk id="6" creationId="{05FAEA64-FD28-D042-4FAD-8A0D42E35E5F}"/>
          </ac:spMkLst>
        </pc:spChg>
      </pc:sldChg>
      <pc:sldChg chg="delSp modSp mod">
        <pc:chgData name="Hügle, Christoph" userId="f6416fb1-1773-4ace-8c5c-4e7a7897853d" providerId="ADAL" clId="{E249F38A-B763-4DA1-A707-7EA4B534A830}" dt="2026-08-05T07:40:30.068" v="3759"/>
        <pc:sldMkLst>
          <pc:docMk/>
          <pc:sldMk cId="2476780172" sldId="792"/>
        </pc:sldMkLst>
        <pc:spChg chg="mod">
          <ac:chgData name="Hügle, Christoph" userId="f6416fb1-1773-4ace-8c5c-4e7a7897853d" providerId="ADAL" clId="{E249F38A-B763-4DA1-A707-7EA4B534A830}" dt="2026-07-31T07:10:17.799" v="308" actId="790"/>
          <ac:spMkLst>
            <pc:docMk/>
            <pc:sldMk cId="2476780172" sldId="792"/>
            <ac:spMk id="2" creationId="{10DA0971-2BDE-D3DC-3704-394DEF33E768}"/>
          </ac:spMkLst>
        </pc:spChg>
        <pc:spChg chg="mod">
          <ac:chgData name="Hügle, Christoph" userId="f6416fb1-1773-4ace-8c5c-4e7a7897853d" providerId="ADAL" clId="{E249F38A-B763-4DA1-A707-7EA4B534A830}" dt="2026-07-31T07:10:17.799" v="308" actId="790"/>
          <ac:spMkLst>
            <pc:docMk/>
            <pc:sldMk cId="2476780172" sldId="792"/>
            <ac:spMk id="3" creationId="{CAB44EC9-AB08-DB54-F79B-7FFACC8A2C14}"/>
          </ac:spMkLst>
        </pc:spChg>
        <pc:spChg chg="mod">
          <ac:chgData name="Hügle, Christoph" userId="f6416fb1-1773-4ace-8c5c-4e7a7897853d" providerId="ADAL" clId="{E249F38A-B763-4DA1-A707-7EA4B534A830}" dt="2026-07-31T09:09:02.077" v="2264" actId="6549"/>
          <ac:spMkLst>
            <pc:docMk/>
            <pc:sldMk cId="2476780172" sldId="792"/>
            <ac:spMk id="4" creationId="{C0D8D889-76B5-1607-9CC2-160E06EB7028}"/>
          </ac:spMkLst>
        </pc:spChg>
        <pc:spChg chg="mod">
          <ac:chgData name="Hügle, Christoph" userId="f6416fb1-1773-4ace-8c5c-4e7a7897853d" providerId="ADAL" clId="{E249F38A-B763-4DA1-A707-7EA4B534A830}" dt="2026-08-05T07:39:51.476" v="3756" actId="313"/>
          <ac:spMkLst>
            <pc:docMk/>
            <pc:sldMk cId="2476780172" sldId="792"/>
            <ac:spMk id="5" creationId="{EDF4B0DF-D7B0-6FE6-7EF8-59BD028E60D0}"/>
          </ac:spMkLst>
        </pc:spChg>
        <pc:spChg chg="mod">
          <ac:chgData name="Hügle, Christoph" userId="f6416fb1-1773-4ace-8c5c-4e7a7897853d" providerId="ADAL" clId="{E249F38A-B763-4DA1-A707-7EA4B534A830}" dt="2026-08-05T07:40:30.068" v="3759"/>
          <ac:spMkLst>
            <pc:docMk/>
            <pc:sldMk cId="2476780172" sldId="792"/>
            <ac:spMk id="6" creationId="{DC7EF6EC-6C8D-3E82-E878-60E266004383}"/>
          </ac:spMkLst>
        </pc:spChg>
      </pc:sldChg>
      <pc:sldChg chg="modSp mod">
        <pc:chgData name="Hügle, Christoph" userId="f6416fb1-1773-4ace-8c5c-4e7a7897853d" providerId="ADAL" clId="{E249F38A-B763-4DA1-A707-7EA4B534A830}" dt="2026-08-05T07:40:23.528" v="3758" actId="313"/>
        <pc:sldMkLst>
          <pc:docMk/>
          <pc:sldMk cId="1156044845" sldId="793"/>
        </pc:sldMkLst>
        <pc:spChg chg="mod">
          <ac:chgData name="Hügle, Christoph" userId="f6416fb1-1773-4ace-8c5c-4e7a7897853d" providerId="ADAL" clId="{E249F38A-B763-4DA1-A707-7EA4B534A830}" dt="2026-07-31T07:10:11.370" v="307" actId="790"/>
          <ac:spMkLst>
            <pc:docMk/>
            <pc:sldMk cId="1156044845" sldId="793"/>
            <ac:spMk id="2" creationId="{10DA0971-2BDE-D3DC-3704-394DEF33E768}"/>
          </ac:spMkLst>
        </pc:spChg>
        <pc:spChg chg="mod">
          <ac:chgData name="Hügle, Christoph" userId="f6416fb1-1773-4ace-8c5c-4e7a7897853d" providerId="ADAL" clId="{E249F38A-B763-4DA1-A707-7EA4B534A830}" dt="2026-07-31T07:10:11.370" v="307" actId="790"/>
          <ac:spMkLst>
            <pc:docMk/>
            <pc:sldMk cId="1156044845" sldId="793"/>
            <ac:spMk id="3" creationId="{CAB44EC9-AB08-DB54-F79B-7FFACC8A2C14}"/>
          </ac:spMkLst>
        </pc:spChg>
        <pc:spChg chg="mod">
          <ac:chgData name="Hügle, Christoph" userId="f6416fb1-1773-4ace-8c5c-4e7a7897853d" providerId="ADAL" clId="{E249F38A-B763-4DA1-A707-7EA4B534A830}" dt="2026-07-31T07:13:57.423" v="396" actId="20577"/>
          <ac:spMkLst>
            <pc:docMk/>
            <pc:sldMk cId="1156044845" sldId="793"/>
            <ac:spMk id="4" creationId="{C0D8D889-76B5-1607-9CC2-160E06EB7028}"/>
          </ac:spMkLst>
        </pc:spChg>
        <pc:spChg chg="mod">
          <ac:chgData name="Hügle, Christoph" userId="f6416fb1-1773-4ace-8c5c-4e7a7897853d" providerId="ADAL" clId="{E249F38A-B763-4DA1-A707-7EA4B534A830}" dt="2026-08-05T07:39:53.559" v="3757"/>
          <ac:spMkLst>
            <pc:docMk/>
            <pc:sldMk cId="1156044845" sldId="793"/>
            <ac:spMk id="5" creationId="{EDF4B0DF-D7B0-6FE6-7EF8-59BD028E60D0}"/>
          </ac:spMkLst>
        </pc:spChg>
        <pc:spChg chg="mod">
          <ac:chgData name="Hügle, Christoph" userId="f6416fb1-1773-4ace-8c5c-4e7a7897853d" providerId="ADAL" clId="{E249F38A-B763-4DA1-A707-7EA4B534A830}" dt="2026-08-05T07:40:23.528" v="3758" actId="313"/>
          <ac:spMkLst>
            <pc:docMk/>
            <pc:sldMk cId="1156044845" sldId="793"/>
            <ac:spMk id="6" creationId="{DC7EF6EC-6C8D-3E82-E878-60E266004383}"/>
          </ac:spMkLst>
        </pc:spChg>
      </pc:sldChg>
      <pc:sldChg chg="modSp mod">
        <pc:chgData name="Hügle, Christoph" userId="f6416fb1-1773-4ace-8c5c-4e7a7897853d" providerId="ADAL" clId="{E249F38A-B763-4DA1-A707-7EA4B534A830}" dt="2026-08-05T07:40:30.068" v="3759"/>
        <pc:sldMkLst>
          <pc:docMk/>
          <pc:sldMk cId="931091893" sldId="794"/>
        </pc:sldMkLst>
        <pc:spChg chg="mod">
          <ac:chgData name="Hügle, Christoph" userId="f6416fb1-1773-4ace-8c5c-4e7a7897853d" providerId="ADAL" clId="{E249F38A-B763-4DA1-A707-7EA4B534A830}" dt="2026-07-31T07:14:14.605" v="397" actId="790"/>
          <ac:spMkLst>
            <pc:docMk/>
            <pc:sldMk cId="931091893" sldId="794"/>
            <ac:spMk id="2" creationId="{66986749-7B26-5B35-7230-D4CD361640EC}"/>
          </ac:spMkLst>
        </pc:spChg>
        <pc:spChg chg="mod">
          <ac:chgData name="Hügle, Christoph" userId="f6416fb1-1773-4ace-8c5c-4e7a7897853d" providerId="ADAL" clId="{E249F38A-B763-4DA1-A707-7EA4B534A830}" dt="2026-07-31T07:20:32.759" v="742" actId="14100"/>
          <ac:spMkLst>
            <pc:docMk/>
            <pc:sldMk cId="931091893" sldId="794"/>
            <ac:spMk id="3" creationId="{A239B8C3-2809-FA67-0AD3-C617B2450B40}"/>
          </ac:spMkLst>
        </pc:spChg>
        <pc:spChg chg="mod">
          <ac:chgData name="Hügle, Christoph" userId="f6416fb1-1773-4ace-8c5c-4e7a7897853d" providerId="ADAL" clId="{E249F38A-B763-4DA1-A707-7EA4B534A830}" dt="2026-07-31T07:20:44.435" v="746" actId="21"/>
          <ac:spMkLst>
            <pc:docMk/>
            <pc:sldMk cId="931091893" sldId="794"/>
            <ac:spMk id="4" creationId="{96652C52-591B-5904-1765-34C2DAFCFBAD}"/>
          </ac:spMkLst>
        </pc:spChg>
        <pc:spChg chg="mod">
          <ac:chgData name="Hügle, Christoph" userId="f6416fb1-1773-4ace-8c5c-4e7a7897853d" providerId="ADAL" clId="{E249F38A-B763-4DA1-A707-7EA4B534A830}" dt="2026-08-05T07:39:53.559" v="3757"/>
          <ac:spMkLst>
            <pc:docMk/>
            <pc:sldMk cId="931091893" sldId="794"/>
            <ac:spMk id="5" creationId="{ED0B1202-4BBB-526A-B883-BFEA0CA69673}"/>
          </ac:spMkLst>
        </pc:spChg>
        <pc:spChg chg="mod">
          <ac:chgData name="Hügle, Christoph" userId="f6416fb1-1773-4ace-8c5c-4e7a7897853d" providerId="ADAL" clId="{E249F38A-B763-4DA1-A707-7EA4B534A830}" dt="2026-08-05T07:40:30.068" v="3759"/>
          <ac:spMkLst>
            <pc:docMk/>
            <pc:sldMk cId="931091893" sldId="794"/>
            <ac:spMk id="6" creationId="{CB449B5C-D277-447E-3597-0CB46821465D}"/>
          </ac:spMkLst>
        </pc:spChg>
      </pc:sldChg>
      <pc:sldChg chg="modSp mod">
        <pc:chgData name="Hügle, Christoph" userId="f6416fb1-1773-4ace-8c5c-4e7a7897853d" providerId="ADAL" clId="{E249F38A-B763-4DA1-A707-7EA4B534A830}" dt="2026-08-05T07:40:30.068" v="3759"/>
        <pc:sldMkLst>
          <pc:docMk/>
          <pc:sldMk cId="3512281421" sldId="795"/>
        </pc:sldMkLst>
        <pc:spChg chg="mod">
          <ac:chgData name="Hügle, Christoph" userId="f6416fb1-1773-4ace-8c5c-4e7a7897853d" providerId="ADAL" clId="{E249F38A-B763-4DA1-A707-7EA4B534A830}" dt="2026-07-31T07:20:29.713" v="741" actId="14100"/>
          <ac:spMkLst>
            <pc:docMk/>
            <pc:sldMk cId="3512281421" sldId="795"/>
            <ac:spMk id="3" creationId="{82FC6AA9-E307-6D41-3789-2AB65E5D796F}"/>
          </ac:spMkLst>
        </pc:spChg>
        <pc:spChg chg="mod">
          <ac:chgData name="Hügle, Christoph" userId="f6416fb1-1773-4ace-8c5c-4e7a7897853d" providerId="ADAL" clId="{E249F38A-B763-4DA1-A707-7EA4B534A830}" dt="2026-07-31T07:23:26.197" v="1069" actId="20577"/>
          <ac:spMkLst>
            <pc:docMk/>
            <pc:sldMk cId="3512281421" sldId="795"/>
            <ac:spMk id="4" creationId="{A4F334F8-E99D-1C99-2E53-D8E0B8F83208}"/>
          </ac:spMkLst>
        </pc:spChg>
        <pc:spChg chg="mod">
          <ac:chgData name="Hügle, Christoph" userId="f6416fb1-1773-4ace-8c5c-4e7a7897853d" providerId="ADAL" clId="{E249F38A-B763-4DA1-A707-7EA4B534A830}" dt="2026-08-05T07:39:53.559" v="3757"/>
          <ac:spMkLst>
            <pc:docMk/>
            <pc:sldMk cId="3512281421" sldId="795"/>
            <ac:spMk id="5" creationId="{73D12612-A969-762A-0A14-A9D064167BA3}"/>
          </ac:spMkLst>
        </pc:spChg>
        <pc:spChg chg="mod">
          <ac:chgData name="Hügle, Christoph" userId="f6416fb1-1773-4ace-8c5c-4e7a7897853d" providerId="ADAL" clId="{E249F38A-B763-4DA1-A707-7EA4B534A830}" dt="2026-08-05T07:40:30.068" v="3759"/>
          <ac:spMkLst>
            <pc:docMk/>
            <pc:sldMk cId="3512281421" sldId="795"/>
            <ac:spMk id="6" creationId="{05DC27B5-2992-B9CA-02A4-9A4AA144F6BC}"/>
          </ac:spMkLst>
        </pc:spChg>
      </pc:sldChg>
      <pc:sldChg chg="delSp modSp add mod">
        <pc:chgData name="Hügle, Christoph" userId="f6416fb1-1773-4ace-8c5c-4e7a7897853d" providerId="ADAL" clId="{E249F38A-B763-4DA1-A707-7EA4B534A830}" dt="2026-08-05T07:41:29.429" v="3765"/>
        <pc:sldMkLst>
          <pc:docMk/>
          <pc:sldMk cId="1416710203" sldId="797"/>
        </pc:sldMkLst>
        <pc:spChg chg="mod">
          <ac:chgData name="Hügle, Christoph" userId="f6416fb1-1773-4ace-8c5c-4e7a7897853d" providerId="ADAL" clId="{E249F38A-B763-4DA1-A707-7EA4B534A830}" dt="2026-07-31T08:48:00.652" v="1247" actId="6549"/>
          <ac:spMkLst>
            <pc:docMk/>
            <pc:sldMk cId="1416710203" sldId="797"/>
            <ac:spMk id="3" creationId="{26115441-43DC-CF4B-70DF-AE47DA3F6D73}"/>
          </ac:spMkLst>
        </pc:spChg>
        <pc:spChg chg="mod">
          <ac:chgData name="Hügle, Christoph" userId="f6416fb1-1773-4ace-8c5c-4e7a7897853d" providerId="ADAL" clId="{E249F38A-B763-4DA1-A707-7EA4B534A830}" dt="2026-07-31T09:02:14.507" v="2075" actId="6549"/>
          <ac:spMkLst>
            <pc:docMk/>
            <pc:sldMk cId="1416710203" sldId="797"/>
            <ac:spMk id="4" creationId="{57F676F4-6FAC-8528-F72F-3FA6483A4867}"/>
          </ac:spMkLst>
        </pc:spChg>
        <pc:spChg chg="mod">
          <ac:chgData name="Hügle, Christoph" userId="f6416fb1-1773-4ace-8c5c-4e7a7897853d" providerId="ADAL" clId="{E249F38A-B763-4DA1-A707-7EA4B534A830}" dt="2026-08-05T07:39:53.559" v="3757"/>
          <ac:spMkLst>
            <pc:docMk/>
            <pc:sldMk cId="1416710203" sldId="797"/>
            <ac:spMk id="5" creationId="{10FC94EC-AA29-2C62-9DBC-B2426F4DCFD0}"/>
          </ac:spMkLst>
        </pc:spChg>
        <pc:spChg chg="mod">
          <ac:chgData name="Hügle, Christoph" userId="f6416fb1-1773-4ace-8c5c-4e7a7897853d" providerId="ADAL" clId="{E249F38A-B763-4DA1-A707-7EA4B534A830}" dt="2026-08-05T07:41:29.429" v="3765"/>
          <ac:spMkLst>
            <pc:docMk/>
            <pc:sldMk cId="1416710203" sldId="797"/>
            <ac:spMk id="6" creationId="{B3A8C6A4-0025-53F9-E161-9A72A001DE6C}"/>
          </ac:spMkLst>
        </pc:spChg>
      </pc:sldChg>
      <pc:sldChg chg="modSp add mod">
        <pc:chgData name="Hügle, Christoph" userId="f6416fb1-1773-4ace-8c5c-4e7a7897853d" providerId="ADAL" clId="{E249F38A-B763-4DA1-A707-7EA4B534A830}" dt="2026-08-05T07:41:29.429" v="3765"/>
        <pc:sldMkLst>
          <pc:docMk/>
          <pc:sldMk cId="737889333" sldId="798"/>
        </pc:sldMkLst>
        <pc:spChg chg="mod">
          <ac:chgData name="Hügle, Christoph" userId="f6416fb1-1773-4ace-8c5c-4e7a7897853d" providerId="ADAL" clId="{E249F38A-B763-4DA1-A707-7EA4B534A830}" dt="2026-07-31T08:50:00.895" v="1252"/>
          <ac:spMkLst>
            <pc:docMk/>
            <pc:sldMk cId="737889333" sldId="798"/>
            <ac:spMk id="2" creationId="{2794560C-5F74-51EC-6D46-C20404E5FF5B}"/>
          </ac:spMkLst>
        </pc:spChg>
        <pc:spChg chg="mod">
          <ac:chgData name="Hügle, Christoph" userId="f6416fb1-1773-4ace-8c5c-4e7a7897853d" providerId="ADAL" clId="{E249F38A-B763-4DA1-A707-7EA4B534A830}" dt="2026-07-31T09:12:31.656" v="2485" actId="20577"/>
          <ac:spMkLst>
            <pc:docMk/>
            <pc:sldMk cId="737889333" sldId="798"/>
            <ac:spMk id="4" creationId="{66390EB0-7AF8-4CC7-86EB-080484A2FB82}"/>
          </ac:spMkLst>
        </pc:spChg>
        <pc:spChg chg="mod">
          <ac:chgData name="Hügle, Christoph" userId="f6416fb1-1773-4ace-8c5c-4e7a7897853d" providerId="ADAL" clId="{E249F38A-B763-4DA1-A707-7EA4B534A830}" dt="2026-08-05T07:39:53.559" v="3757"/>
          <ac:spMkLst>
            <pc:docMk/>
            <pc:sldMk cId="737889333" sldId="798"/>
            <ac:spMk id="5" creationId="{C0CA8324-CCB2-4D56-D824-225D7090C4E6}"/>
          </ac:spMkLst>
        </pc:spChg>
        <pc:spChg chg="mod">
          <ac:chgData name="Hügle, Christoph" userId="f6416fb1-1773-4ace-8c5c-4e7a7897853d" providerId="ADAL" clId="{E249F38A-B763-4DA1-A707-7EA4B534A830}" dt="2026-08-05T07:41:29.429" v="3765"/>
          <ac:spMkLst>
            <pc:docMk/>
            <pc:sldMk cId="737889333" sldId="798"/>
            <ac:spMk id="6" creationId="{57E6A054-E2A9-FC7A-70BA-8A9A128888A6}"/>
          </ac:spMkLst>
        </pc:spChg>
        <pc:spChg chg="mod">
          <ac:chgData name="Hügle, Christoph" userId="f6416fb1-1773-4ace-8c5c-4e7a7897853d" providerId="ADAL" clId="{E249F38A-B763-4DA1-A707-7EA4B534A830}" dt="2026-07-31T08:50:44.495" v="1279" actId="20577"/>
          <ac:spMkLst>
            <pc:docMk/>
            <pc:sldMk cId="737889333" sldId="798"/>
            <ac:spMk id="9" creationId="{6258F57C-B21F-A8A5-F999-55ED1C24ACF7}"/>
          </ac:spMkLst>
        </pc:spChg>
      </pc:sldChg>
      <pc:sldChg chg="modSp add mod ord">
        <pc:chgData name="Hügle, Christoph" userId="f6416fb1-1773-4ace-8c5c-4e7a7897853d" providerId="ADAL" clId="{E249F38A-B763-4DA1-A707-7EA4B534A830}" dt="2026-08-05T07:42:45.098" v="3779" actId="207"/>
        <pc:sldMkLst>
          <pc:docMk/>
          <pc:sldMk cId="2959415367" sldId="799"/>
        </pc:sldMkLst>
        <pc:spChg chg="mod">
          <ac:chgData name="Hügle, Christoph" userId="f6416fb1-1773-4ace-8c5c-4e7a7897853d" providerId="ADAL" clId="{E249F38A-B763-4DA1-A707-7EA4B534A830}" dt="2026-07-31T09:23:55.101" v="3086"/>
          <ac:spMkLst>
            <pc:docMk/>
            <pc:sldMk cId="2959415367" sldId="799"/>
            <ac:spMk id="2" creationId="{B0485F42-B345-D3A3-73BE-BC6C192E639C}"/>
          </ac:spMkLst>
        </pc:spChg>
        <pc:spChg chg="mod">
          <ac:chgData name="Hügle, Christoph" userId="f6416fb1-1773-4ace-8c5c-4e7a7897853d" providerId="ADAL" clId="{E249F38A-B763-4DA1-A707-7EA4B534A830}" dt="2026-08-05T07:39:53.559" v="3757"/>
          <ac:spMkLst>
            <pc:docMk/>
            <pc:sldMk cId="2959415367" sldId="799"/>
            <ac:spMk id="5" creationId="{1E5414FD-4251-3B71-B4B6-0410EAF7799E}"/>
          </ac:spMkLst>
        </pc:spChg>
        <pc:spChg chg="mod">
          <ac:chgData name="Hügle, Christoph" userId="f6416fb1-1773-4ace-8c5c-4e7a7897853d" providerId="ADAL" clId="{E249F38A-B763-4DA1-A707-7EA4B534A830}" dt="2026-08-05T07:42:45.098" v="3779" actId="207"/>
          <ac:spMkLst>
            <pc:docMk/>
            <pc:sldMk cId="2959415367" sldId="799"/>
            <ac:spMk id="6" creationId="{A7BCF3A1-625C-0CDD-7619-15A22B41041B}"/>
          </ac:spMkLst>
        </pc:spChg>
      </pc:sldChg>
      <pc:sldChg chg="modSp new mod ord">
        <pc:chgData name="Hügle, Christoph" userId="f6416fb1-1773-4ace-8c5c-4e7a7897853d" providerId="ADAL" clId="{E249F38A-B763-4DA1-A707-7EA4B534A830}" dt="2026-08-05T07:40:30.068" v="3759"/>
        <pc:sldMkLst>
          <pc:docMk/>
          <pc:sldMk cId="1236237612" sldId="800"/>
        </pc:sldMkLst>
        <pc:spChg chg="mod">
          <ac:chgData name="Hügle, Christoph" userId="f6416fb1-1773-4ace-8c5c-4e7a7897853d" providerId="ADAL" clId="{E249F38A-B763-4DA1-A707-7EA4B534A830}" dt="2026-07-31T09:23:51.831" v="3085"/>
          <ac:spMkLst>
            <pc:docMk/>
            <pc:sldMk cId="1236237612" sldId="800"/>
            <ac:spMk id="2" creationId="{D6049687-0E04-E08A-C2D4-5ACE2950ED1F}"/>
          </ac:spMkLst>
        </pc:spChg>
        <pc:spChg chg="mod">
          <ac:chgData name="Hügle, Christoph" userId="f6416fb1-1773-4ace-8c5c-4e7a7897853d" providerId="ADAL" clId="{E249F38A-B763-4DA1-A707-7EA4B534A830}" dt="2026-07-31T09:24:32.137" v="3133" actId="20577"/>
          <ac:spMkLst>
            <pc:docMk/>
            <pc:sldMk cId="1236237612" sldId="800"/>
            <ac:spMk id="3" creationId="{8FB7AE69-0225-1583-9B9A-53029067C95F}"/>
          </ac:spMkLst>
        </pc:spChg>
        <pc:spChg chg="mod">
          <ac:chgData name="Hügle, Christoph" userId="f6416fb1-1773-4ace-8c5c-4e7a7897853d" providerId="ADAL" clId="{E249F38A-B763-4DA1-A707-7EA4B534A830}" dt="2026-07-31T09:29:15.674" v="3733" actId="20577"/>
          <ac:spMkLst>
            <pc:docMk/>
            <pc:sldMk cId="1236237612" sldId="800"/>
            <ac:spMk id="4" creationId="{38729BD6-CAEE-88C7-23BB-3220ACE00541}"/>
          </ac:spMkLst>
        </pc:spChg>
        <pc:spChg chg="mod">
          <ac:chgData name="Hügle, Christoph" userId="f6416fb1-1773-4ace-8c5c-4e7a7897853d" providerId="ADAL" clId="{E249F38A-B763-4DA1-A707-7EA4B534A830}" dt="2026-08-05T07:39:53.559" v="3757"/>
          <ac:spMkLst>
            <pc:docMk/>
            <pc:sldMk cId="1236237612" sldId="800"/>
            <ac:spMk id="5" creationId="{8D7D09AE-569F-A4D8-B49E-9D652699FABE}"/>
          </ac:spMkLst>
        </pc:spChg>
        <pc:spChg chg="mod">
          <ac:chgData name="Hügle, Christoph" userId="f6416fb1-1773-4ace-8c5c-4e7a7897853d" providerId="ADAL" clId="{E249F38A-B763-4DA1-A707-7EA4B534A830}" dt="2026-08-05T07:40:30.068" v="3759"/>
          <ac:spMkLst>
            <pc:docMk/>
            <pc:sldMk cId="1236237612" sldId="800"/>
            <ac:spMk id="6" creationId="{73AFB6B2-326B-FECC-AE24-F6C08FA154DA}"/>
          </ac:spMkLst>
        </pc:spChg>
      </pc:sldChg>
      <pc:sldMasterChg chg="modSp modSldLayout">
        <pc:chgData name="Hügle, Christoph" userId="f6416fb1-1773-4ace-8c5c-4e7a7897853d" providerId="ADAL" clId="{E249F38A-B763-4DA1-A707-7EA4B534A830}" dt="2026-08-05T07:40:30.068" v="3759"/>
        <pc:sldMasterMkLst>
          <pc:docMk/>
          <pc:sldMasterMk cId="1609245643" sldId="2147483648"/>
        </pc:sldMasterMkLst>
        <pc:spChg chg="mod">
          <ac:chgData name="Hügle, Christoph" userId="f6416fb1-1773-4ace-8c5c-4e7a7897853d" providerId="ADAL" clId="{E249F38A-B763-4DA1-A707-7EA4B534A830}" dt="2026-08-05T07:40:30.068" v="3759"/>
          <ac:spMkLst>
            <pc:docMk/>
            <pc:sldMasterMk cId="1609245643" sldId="2147483648"/>
            <ac:spMk id="2" creationId="{61D9992B-EB78-74CC-3CCE-0FE273057E91}"/>
          </ac:spMkLst>
        </pc:spChg>
        <pc:spChg chg="mod">
          <ac:chgData name="Hügle, Christoph" userId="f6416fb1-1773-4ace-8c5c-4e7a7897853d" providerId="ADAL" clId="{E249F38A-B763-4DA1-A707-7EA4B534A830}" dt="2026-08-05T07:39:53.559" v="3757"/>
          <ac:spMkLst>
            <pc:docMk/>
            <pc:sldMasterMk cId="1609245643" sldId="2147483648"/>
            <ac:spMk id="3" creationId="{9CE67347-0E03-E4F7-5C70-CC08AB9055CA}"/>
          </ac:spMkLst>
        </pc:spChg>
        <pc:sldLayoutChg chg="modSp">
          <pc:chgData name="Hügle, Christoph" userId="f6416fb1-1773-4ace-8c5c-4e7a7897853d" providerId="ADAL" clId="{E249F38A-B763-4DA1-A707-7EA4B534A830}" dt="2026-08-05T07:40:30.068" v="3759"/>
          <pc:sldLayoutMkLst>
            <pc:docMk/>
            <pc:sldMasterMk cId="1609245643" sldId="2147483648"/>
            <pc:sldLayoutMk cId="3988951534" sldId="2147483650"/>
          </pc:sldLayoutMkLst>
          <pc:spChg chg="mod">
            <ac:chgData name="Hügle, Christoph" userId="f6416fb1-1773-4ace-8c5c-4e7a7897853d" providerId="ADAL" clId="{E249F38A-B763-4DA1-A707-7EA4B534A830}" dt="2026-08-05T07:39:53.559" v="3757"/>
            <ac:spMkLst>
              <pc:docMk/>
              <pc:sldMasterMk cId="1609245643" sldId="2147483648"/>
              <pc:sldLayoutMk cId="3988951534" sldId="2147483650"/>
              <ac:spMk id="3" creationId="{481908DC-8573-3355-5D4B-9FE97BA54CDE}"/>
            </ac:spMkLst>
          </pc:spChg>
          <pc:spChg chg="mod">
            <ac:chgData name="Hügle, Christoph" userId="f6416fb1-1773-4ace-8c5c-4e7a7897853d" providerId="ADAL" clId="{E249F38A-B763-4DA1-A707-7EA4B534A830}" dt="2026-08-05T07:40:30.068" v="3759"/>
            <ac:spMkLst>
              <pc:docMk/>
              <pc:sldMasterMk cId="1609245643" sldId="2147483648"/>
              <pc:sldLayoutMk cId="3988951534" sldId="2147483650"/>
              <ac:spMk id="6" creationId="{7E2CA4D1-F3E8-612E-8476-FCA7AB7A7D68}"/>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2057069076" sldId="2147483651"/>
          </pc:sldLayoutMkLst>
          <pc:spChg chg="mod">
            <ac:chgData name="Hügle, Christoph" userId="f6416fb1-1773-4ace-8c5c-4e7a7897853d" providerId="ADAL" clId="{E249F38A-B763-4DA1-A707-7EA4B534A830}" dt="2026-08-05T07:40:30.068" v="3759"/>
            <ac:spMkLst>
              <pc:docMk/>
              <pc:sldMasterMk cId="1609245643" sldId="2147483648"/>
              <pc:sldLayoutMk cId="2057069076" sldId="2147483651"/>
              <ac:spMk id="2" creationId="{DB9815BE-DE2D-7110-BFF8-E5ABD41BB764}"/>
            </ac:spMkLst>
          </pc:spChg>
          <pc:spChg chg="mod">
            <ac:chgData name="Hügle, Christoph" userId="f6416fb1-1773-4ace-8c5c-4e7a7897853d" providerId="ADAL" clId="{E249F38A-B763-4DA1-A707-7EA4B534A830}" dt="2026-08-05T07:39:53.559" v="3757"/>
            <ac:spMkLst>
              <pc:docMk/>
              <pc:sldMasterMk cId="1609245643" sldId="2147483648"/>
              <pc:sldLayoutMk cId="2057069076" sldId="2147483651"/>
              <ac:spMk id="5" creationId="{38970017-C9E6-02F9-798F-D6FE47E9522B}"/>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991887898" sldId="2147483652"/>
          </pc:sldLayoutMkLst>
          <pc:spChg chg="mod">
            <ac:chgData name="Hügle, Christoph" userId="f6416fb1-1773-4ace-8c5c-4e7a7897853d" providerId="ADAL" clId="{E249F38A-B763-4DA1-A707-7EA4B534A830}" dt="2026-08-05T07:39:53.559" v="3757"/>
            <ac:spMkLst>
              <pc:docMk/>
              <pc:sldMasterMk cId="1609245643" sldId="2147483648"/>
              <pc:sldLayoutMk cId="991887898" sldId="2147483652"/>
              <ac:spMk id="6" creationId="{C94BB45E-4CF3-35FB-8DC8-CAF561A332AA}"/>
            </ac:spMkLst>
          </pc:spChg>
          <pc:spChg chg="mod">
            <ac:chgData name="Hügle, Christoph" userId="f6416fb1-1773-4ace-8c5c-4e7a7897853d" providerId="ADAL" clId="{E249F38A-B763-4DA1-A707-7EA4B534A830}" dt="2026-08-05T07:40:30.068" v="3759"/>
            <ac:spMkLst>
              <pc:docMk/>
              <pc:sldMasterMk cId="1609245643" sldId="2147483648"/>
              <pc:sldLayoutMk cId="991887898" sldId="2147483652"/>
              <ac:spMk id="7" creationId="{7D427958-B383-31B0-52FF-867DE5841B58}"/>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978877833" sldId="2147483653"/>
          </pc:sldLayoutMkLst>
          <pc:spChg chg="mod">
            <ac:chgData name="Hügle, Christoph" userId="f6416fb1-1773-4ace-8c5c-4e7a7897853d" providerId="ADAL" clId="{E249F38A-B763-4DA1-A707-7EA4B534A830}" dt="2026-08-05T07:39:53.559" v="3757"/>
            <ac:spMkLst>
              <pc:docMk/>
              <pc:sldMasterMk cId="1609245643" sldId="2147483648"/>
              <pc:sldLayoutMk cId="1978877833" sldId="2147483653"/>
              <ac:spMk id="3" creationId="{CA6CBD6F-A84B-2044-5D05-08134BDDE97E}"/>
            </ac:spMkLst>
          </pc:spChg>
          <pc:spChg chg="mod">
            <ac:chgData name="Hügle, Christoph" userId="f6416fb1-1773-4ace-8c5c-4e7a7897853d" providerId="ADAL" clId="{E249F38A-B763-4DA1-A707-7EA4B534A830}" dt="2026-08-05T07:40:30.068" v="3759"/>
            <ac:spMkLst>
              <pc:docMk/>
              <pc:sldMasterMk cId="1609245643" sldId="2147483648"/>
              <pc:sldLayoutMk cId="1978877833" sldId="2147483653"/>
              <ac:spMk id="9" creationId="{0B515550-5847-2041-B51B-9250E5AEE854}"/>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530216178" sldId="2147483654"/>
          </pc:sldLayoutMkLst>
          <pc:spChg chg="mod">
            <ac:chgData name="Hügle, Christoph" userId="f6416fb1-1773-4ace-8c5c-4e7a7897853d" providerId="ADAL" clId="{E249F38A-B763-4DA1-A707-7EA4B534A830}" dt="2026-08-05T07:39:53.559" v="3757"/>
            <ac:spMkLst>
              <pc:docMk/>
              <pc:sldMasterMk cId="1609245643" sldId="2147483648"/>
              <pc:sldLayoutMk cId="530216178" sldId="2147483654"/>
              <ac:spMk id="3" creationId="{3385E91E-526D-1E54-2498-BBA569DB2C40}"/>
            </ac:spMkLst>
          </pc:spChg>
          <pc:spChg chg="mod">
            <ac:chgData name="Hügle, Christoph" userId="f6416fb1-1773-4ace-8c5c-4e7a7897853d" providerId="ADAL" clId="{E249F38A-B763-4DA1-A707-7EA4B534A830}" dt="2026-08-05T07:40:30.068" v="3759"/>
            <ac:spMkLst>
              <pc:docMk/>
              <pc:sldMasterMk cId="1609245643" sldId="2147483648"/>
              <pc:sldLayoutMk cId="530216178" sldId="2147483654"/>
              <ac:spMk id="9" creationId="{5D113EB2-EEE7-E804-8DB2-F3E292292480}"/>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901882165" sldId="2147483655"/>
          </pc:sldLayoutMkLst>
          <pc:spChg chg="mod">
            <ac:chgData name="Hügle, Christoph" userId="f6416fb1-1773-4ace-8c5c-4e7a7897853d" providerId="ADAL" clId="{E249F38A-B763-4DA1-A707-7EA4B534A830}" dt="2026-08-05T07:39:53.559" v="3757"/>
            <ac:spMkLst>
              <pc:docMk/>
              <pc:sldMasterMk cId="1609245643" sldId="2147483648"/>
              <pc:sldLayoutMk cId="1901882165" sldId="2147483655"/>
              <ac:spMk id="3" creationId="{B1803075-0653-0829-AA13-FE63E15CD9A9}"/>
            </ac:spMkLst>
          </pc:spChg>
          <pc:spChg chg="mod">
            <ac:chgData name="Hügle, Christoph" userId="f6416fb1-1773-4ace-8c5c-4e7a7897853d" providerId="ADAL" clId="{E249F38A-B763-4DA1-A707-7EA4B534A830}" dt="2026-08-05T07:40:30.068" v="3759"/>
            <ac:spMkLst>
              <pc:docMk/>
              <pc:sldMasterMk cId="1609245643" sldId="2147483648"/>
              <pc:sldLayoutMk cId="1901882165" sldId="2147483655"/>
              <ac:spMk id="9" creationId="{999C6CB3-5E64-E658-AB94-5FDA30CE2495}"/>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245367556" sldId="2147483656"/>
          </pc:sldLayoutMkLst>
          <pc:spChg chg="mod">
            <ac:chgData name="Hügle, Christoph" userId="f6416fb1-1773-4ace-8c5c-4e7a7897853d" providerId="ADAL" clId="{E249F38A-B763-4DA1-A707-7EA4B534A830}" dt="2026-08-05T07:39:53.559" v="3757"/>
            <ac:spMkLst>
              <pc:docMk/>
              <pc:sldMasterMk cId="1609245643" sldId="2147483648"/>
              <pc:sldLayoutMk cId="1245367556" sldId="2147483656"/>
              <ac:spMk id="3" creationId="{7E97987C-73D1-2FAD-333A-C80EFD3558AD}"/>
            </ac:spMkLst>
          </pc:spChg>
          <pc:spChg chg="mod">
            <ac:chgData name="Hügle, Christoph" userId="f6416fb1-1773-4ace-8c5c-4e7a7897853d" providerId="ADAL" clId="{E249F38A-B763-4DA1-A707-7EA4B534A830}" dt="2026-08-05T07:40:30.068" v="3759"/>
            <ac:spMkLst>
              <pc:docMk/>
              <pc:sldMasterMk cId="1609245643" sldId="2147483648"/>
              <pc:sldLayoutMk cId="1245367556" sldId="2147483656"/>
              <ac:spMk id="10" creationId="{CB95FC21-4536-7BBD-21E1-4A58BAAE3C7D}"/>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322324954" sldId="2147483660"/>
          </pc:sldLayoutMkLst>
          <pc:spChg chg="mod">
            <ac:chgData name="Hügle, Christoph" userId="f6416fb1-1773-4ace-8c5c-4e7a7897853d" providerId="ADAL" clId="{E249F38A-B763-4DA1-A707-7EA4B534A830}" dt="2026-08-05T07:39:53.559" v="3757"/>
            <ac:spMkLst>
              <pc:docMk/>
              <pc:sldMasterMk cId="1609245643" sldId="2147483648"/>
              <pc:sldLayoutMk cId="322324954" sldId="2147483660"/>
              <ac:spMk id="3" creationId="{22C41C56-682B-5437-E786-BA12C8BA3BC0}"/>
            </ac:spMkLst>
          </pc:spChg>
          <pc:spChg chg="mod">
            <ac:chgData name="Hügle, Christoph" userId="f6416fb1-1773-4ace-8c5c-4e7a7897853d" providerId="ADAL" clId="{E249F38A-B763-4DA1-A707-7EA4B534A830}" dt="2026-08-05T07:40:30.068" v="3759"/>
            <ac:spMkLst>
              <pc:docMk/>
              <pc:sldMasterMk cId="1609245643" sldId="2147483648"/>
              <pc:sldLayoutMk cId="322324954" sldId="2147483660"/>
              <ac:spMk id="4" creationId="{9FAD4EDA-6CF1-0510-4880-606ADEC819D1}"/>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375732354" sldId="2147483662"/>
          </pc:sldLayoutMkLst>
          <pc:spChg chg="mod">
            <ac:chgData name="Hügle, Christoph" userId="f6416fb1-1773-4ace-8c5c-4e7a7897853d" providerId="ADAL" clId="{E249F38A-B763-4DA1-A707-7EA4B534A830}" dt="2026-08-05T07:39:53.559" v="3757"/>
            <ac:spMkLst>
              <pc:docMk/>
              <pc:sldMasterMk cId="1609245643" sldId="2147483648"/>
              <pc:sldLayoutMk cId="375732354" sldId="2147483662"/>
              <ac:spMk id="12" creationId="{B0788EFE-BB1E-340D-9C9F-D40DABDE58B6}"/>
            </ac:spMkLst>
          </pc:spChg>
          <pc:spChg chg="mod">
            <ac:chgData name="Hügle, Christoph" userId="f6416fb1-1773-4ace-8c5c-4e7a7897853d" providerId="ADAL" clId="{E249F38A-B763-4DA1-A707-7EA4B534A830}" dt="2026-08-05T07:40:30.068" v="3759"/>
            <ac:spMkLst>
              <pc:docMk/>
              <pc:sldMasterMk cId="1609245643" sldId="2147483648"/>
              <pc:sldLayoutMk cId="375732354" sldId="2147483662"/>
              <ac:spMk id="15" creationId="{9882476D-880D-8BCE-D1F0-C867C2F9C116}"/>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258930267" sldId="2147483663"/>
          </pc:sldLayoutMkLst>
          <pc:spChg chg="mod">
            <ac:chgData name="Hügle, Christoph" userId="f6416fb1-1773-4ace-8c5c-4e7a7897853d" providerId="ADAL" clId="{E249F38A-B763-4DA1-A707-7EA4B534A830}" dt="2026-08-05T07:39:53.559" v="3757"/>
            <ac:spMkLst>
              <pc:docMk/>
              <pc:sldMasterMk cId="1609245643" sldId="2147483648"/>
              <pc:sldLayoutMk cId="1258930267" sldId="2147483663"/>
              <ac:spMk id="2" creationId="{B5E9B150-C980-CB18-F374-B5A2D2787FC9}"/>
            </ac:spMkLst>
          </pc:spChg>
          <pc:spChg chg="mod">
            <ac:chgData name="Hügle, Christoph" userId="f6416fb1-1773-4ace-8c5c-4e7a7897853d" providerId="ADAL" clId="{E249F38A-B763-4DA1-A707-7EA4B534A830}" dt="2026-08-05T07:40:30.068" v="3759"/>
            <ac:spMkLst>
              <pc:docMk/>
              <pc:sldMasterMk cId="1609245643" sldId="2147483648"/>
              <pc:sldLayoutMk cId="1258930267" sldId="2147483663"/>
              <ac:spMk id="6" creationId="{F4E3BA90-0986-4127-AEA4-13A99D9D3D54}"/>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300818510" sldId="2147483678"/>
          </pc:sldLayoutMkLst>
          <pc:spChg chg="mod">
            <ac:chgData name="Hügle, Christoph" userId="f6416fb1-1773-4ace-8c5c-4e7a7897853d" providerId="ADAL" clId="{E249F38A-B763-4DA1-A707-7EA4B534A830}" dt="2026-08-05T07:39:53.559" v="3757"/>
            <ac:spMkLst>
              <pc:docMk/>
              <pc:sldMasterMk cId="1609245643" sldId="2147483648"/>
              <pc:sldLayoutMk cId="1300818510" sldId="2147483678"/>
              <ac:spMk id="4" creationId="{6F66CF7C-5FF0-1B99-545A-8A6029A75CE3}"/>
            </ac:spMkLst>
          </pc:spChg>
          <pc:spChg chg="mod">
            <ac:chgData name="Hügle, Christoph" userId="f6416fb1-1773-4ace-8c5c-4e7a7897853d" providerId="ADAL" clId="{E249F38A-B763-4DA1-A707-7EA4B534A830}" dt="2026-08-05T07:40:30.068" v="3759"/>
            <ac:spMkLst>
              <pc:docMk/>
              <pc:sldMasterMk cId="1609245643" sldId="2147483648"/>
              <pc:sldLayoutMk cId="1300818510" sldId="2147483678"/>
              <ac:spMk id="7" creationId="{ABB9A22F-8403-4325-2812-1E096195996C}"/>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88440924" sldId="2147483679"/>
          </pc:sldLayoutMkLst>
          <pc:spChg chg="mod">
            <ac:chgData name="Hügle, Christoph" userId="f6416fb1-1773-4ace-8c5c-4e7a7897853d" providerId="ADAL" clId="{E249F38A-B763-4DA1-A707-7EA4B534A830}" dt="2026-08-05T07:39:53.559" v="3757"/>
            <ac:spMkLst>
              <pc:docMk/>
              <pc:sldMasterMk cId="1609245643" sldId="2147483648"/>
              <pc:sldLayoutMk cId="88440924" sldId="2147483679"/>
              <ac:spMk id="12" creationId="{55D6A7D0-E23B-B99F-E4FC-A1D26A064D34}"/>
            </ac:spMkLst>
          </pc:spChg>
          <pc:spChg chg="mod">
            <ac:chgData name="Hügle, Christoph" userId="f6416fb1-1773-4ace-8c5c-4e7a7897853d" providerId="ADAL" clId="{E249F38A-B763-4DA1-A707-7EA4B534A830}" dt="2026-08-05T07:40:30.068" v="3759"/>
            <ac:spMkLst>
              <pc:docMk/>
              <pc:sldMasterMk cId="1609245643" sldId="2147483648"/>
              <pc:sldLayoutMk cId="88440924" sldId="2147483679"/>
              <ac:spMk id="13" creationId="{66333DC3-B2F7-46AD-A369-A0078E9581BB}"/>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452235398" sldId="2147483680"/>
          </pc:sldLayoutMkLst>
          <pc:spChg chg="mod">
            <ac:chgData name="Hügle, Christoph" userId="f6416fb1-1773-4ace-8c5c-4e7a7897853d" providerId="ADAL" clId="{E249F38A-B763-4DA1-A707-7EA4B534A830}" dt="2026-08-05T07:39:53.559" v="3757"/>
            <ac:spMkLst>
              <pc:docMk/>
              <pc:sldMasterMk cId="1609245643" sldId="2147483648"/>
              <pc:sldLayoutMk cId="1452235398" sldId="2147483680"/>
              <ac:spMk id="12" creationId="{EF5F79E0-4826-6F50-3BBB-C89985D4593B}"/>
            </ac:spMkLst>
          </pc:spChg>
          <pc:spChg chg="mod">
            <ac:chgData name="Hügle, Christoph" userId="f6416fb1-1773-4ace-8c5c-4e7a7897853d" providerId="ADAL" clId="{E249F38A-B763-4DA1-A707-7EA4B534A830}" dt="2026-08-05T07:40:30.068" v="3759"/>
            <ac:spMkLst>
              <pc:docMk/>
              <pc:sldMasterMk cId="1609245643" sldId="2147483648"/>
              <pc:sldLayoutMk cId="1452235398" sldId="2147483680"/>
              <ac:spMk id="13" creationId="{ABCE6FB1-8213-03F4-88C6-0CC1501748D1}"/>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3815235726" sldId="2147483683"/>
          </pc:sldLayoutMkLst>
          <pc:spChg chg="mod">
            <ac:chgData name="Hügle, Christoph" userId="f6416fb1-1773-4ace-8c5c-4e7a7897853d" providerId="ADAL" clId="{E249F38A-B763-4DA1-A707-7EA4B534A830}" dt="2026-08-05T07:39:53.559" v="3757"/>
            <ac:spMkLst>
              <pc:docMk/>
              <pc:sldMasterMk cId="1609245643" sldId="2147483648"/>
              <pc:sldLayoutMk cId="3815235726" sldId="2147483683"/>
              <ac:spMk id="2" creationId="{B23DD349-45F5-FAF5-D937-3545DAF0F281}"/>
            </ac:spMkLst>
          </pc:spChg>
          <pc:spChg chg="mod">
            <ac:chgData name="Hügle, Christoph" userId="f6416fb1-1773-4ace-8c5c-4e7a7897853d" providerId="ADAL" clId="{E249F38A-B763-4DA1-A707-7EA4B534A830}" dt="2026-08-05T07:40:30.068" v="3759"/>
            <ac:spMkLst>
              <pc:docMk/>
              <pc:sldMasterMk cId="1609245643" sldId="2147483648"/>
              <pc:sldLayoutMk cId="3815235726" sldId="2147483683"/>
              <ac:spMk id="4" creationId="{61A3DF37-3AC5-F30E-908A-83FD22ECC5B1}"/>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3229020628" sldId="2147483684"/>
          </pc:sldLayoutMkLst>
          <pc:spChg chg="mod">
            <ac:chgData name="Hügle, Christoph" userId="f6416fb1-1773-4ace-8c5c-4e7a7897853d" providerId="ADAL" clId="{E249F38A-B763-4DA1-A707-7EA4B534A830}" dt="2026-08-05T07:39:53.559" v="3757"/>
            <ac:spMkLst>
              <pc:docMk/>
              <pc:sldMasterMk cId="1609245643" sldId="2147483648"/>
              <pc:sldLayoutMk cId="3229020628" sldId="2147483684"/>
              <ac:spMk id="4" creationId="{417371DE-7685-9920-CCA7-BB9151EAF9B5}"/>
            </ac:spMkLst>
          </pc:spChg>
          <pc:spChg chg="mod">
            <ac:chgData name="Hügle, Christoph" userId="f6416fb1-1773-4ace-8c5c-4e7a7897853d" providerId="ADAL" clId="{E249F38A-B763-4DA1-A707-7EA4B534A830}" dt="2026-08-05T07:40:30.068" v="3759"/>
            <ac:spMkLst>
              <pc:docMk/>
              <pc:sldMasterMk cId="1609245643" sldId="2147483648"/>
              <pc:sldLayoutMk cId="3229020628" sldId="2147483684"/>
              <ac:spMk id="8" creationId="{34BCD0DA-C552-3341-E7CD-F36F48A5842F}"/>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3876961478" sldId="2147483685"/>
          </pc:sldLayoutMkLst>
          <pc:spChg chg="mod">
            <ac:chgData name="Hügle, Christoph" userId="f6416fb1-1773-4ace-8c5c-4e7a7897853d" providerId="ADAL" clId="{E249F38A-B763-4DA1-A707-7EA4B534A830}" dt="2026-08-05T07:39:53.559" v="3757"/>
            <ac:spMkLst>
              <pc:docMk/>
              <pc:sldMasterMk cId="1609245643" sldId="2147483648"/>
              <pc:sldLayoutMk cId="3876961478" sldId="2147483685"/>
              <ac:spMk id="2" creationId="{A4A1D726-A58D-3438-D300-8B874C854E73}"/>
            </ac:spMkLst>
          </pc:spChg>
          <pc:spChg chg="mod">
            <ac:chgData name="Hügle, Christoph" userId="f6416fb1-1773-4ace-8c5c-4e7a7897853d" providerId="ADAL" clId="{E249F38A-B763-4DA1-A707-7EA4B534A830}" dt="2026-08-05T07:40:30.068" v="3759"/>
            <ac:spMkLst>
              <pc:docMk/>
              <pc:sldMasterMk cId="1609245643" sldId="2147483648"/>
              <pc:sldLayoutMk cId="3876961478" sldId="2147483685"/>
              <ac:spMk id="6" creationId="{F3294739-B117-FEED-FEC0-98CBDBF066E9}"/>
            </ac:spMkLst>
          </pc:spChg>
        </pc:sldLayoutChg>
        <pc:sldLayoutChg chg="modSp">
          <pc:chgData name="Hügle, Christoph" userId="f6416fb1-1773-4ace-8c5c-4e7a7897853d" providerId="ADAL" clId="{E249F38A-B763-4DA1-A707-7EA4B534A830}" dt="2026-08-05T07:40:30.068" v="3759"/>
          <pc:sldLayoutMkLst>
            <pc:docMk/>
            <pc:sldMasterMk cId="1609245643" sldId="2147483648"/>
            <pc:sldLayoutMk cId="1967888710" sldId="2147483689"/>
          </pc:sldLayoutMkLst>
          <pc:spChg chg="mod">
            <ac:chgData name="Hügle, Christoph" userId="f6416fb1-1773-4ace-8c5c-4e7a7897853d" providerId="ADAL" clId="{E249F38A-B763-4DA1-A707-7EA4B534A830}" dt="2026-08-05T07:39:53.559" v="3757"/>
            <ac:spMkLst>
              <pc:docMk/>
              <pc:sldMasterMk cId="1609245643" sldId="2147483648"/>
              <pc:sldLayoutMk cId="1967888710" sldId="2147483689"/>
              <ac:spMk id="3" creationId="{64F09E1A-E775-DEF8-D079-5469834813B4}"/>
            </ac:spMkLst>
          </pc:spChg>
          <pc:spChg chg="mod">
            <ac:chgData name="Hügle, Christoph" userId="f6416fb1-1773-4ace-8c5c-4e7a7897853d" providerId="ADAL" clId="{E249F38A-B763-4DA1-A707-7EA4B534A830}" dt="2026-08-05T07:40:30.068" v="3759"/>
            <ac:spMkLst>
              <pc:docMk/>
              <pc:sldMasterMk cId="1609245643" sldId="2147483648"/>
              <pc:sldLayoutMk cId="1967888710" sldId="2147483689"/>
              <ac:spMk id="10" creationId="{DE04CBB8-280E-94AE-72C9-C50D48771B71}"/>
            </ac:spMkLst>
          </pc:spChg>
        </pc:sldLayoutChg>
      </pc:sldMasterChg>
    </pc:docChg>
  </pc:docChgLst>
  <pc:docChgLst>
    <pc:chgData name="Walz, Silja" userId="S::silja.walz@hwk-freiburg.de::4a961608-86ff-4d7c-a412-fe1d65c39805" providerId="AD" clId="Web-{A195F112-819C-D61D-2D8B-F79692285F7E}"/>
    <pc:docChg chg="sldOrd">
      <pc:chgData name="Walz, Silja" userId="S::silja.walz@hwk-freiburg.de::4a961608-86ff-4d7c-a412-fe1d65c39805" providerId="AD" clId="Web-{A195F112-819C-D61D-2D8B-F79692285F7E}" dt="2026-08-21T12:05:12.092" v="1"/>
      <pc:docMkLst>
        <pc:docMk/>
      </pc:docMkLst>
      <pc:sldChg chg="ord">
        <pc:chgData name="Walz, Silja" userId="S::silja.walz@hwk-freiburg.de::4a961608-86ff-4d7c-a412-fe1d65c39805" providerId="AD" clId="Web-{A195F112-819C-D61D-2D8B-F79692285F7E}" dt="2026-08-21T12:05:12.092" v="1"/>
        <pc:sldMkLst>
          <pc:docMk/>
          <pc:sldMk cId="1031963344" sldId="267"/>
        </pc:sldMkLst>
      </pc:sldChg>
      <pc:sldChg chg="ord">
        <pc:chgData name="Walz, Silja" userId="S::silja.walz@hwk-freiburg.de::4a961608-86ff-4d7c-a412-fe1d65c39805" providerId="AD" clId="Web-{A195F112-819C-D61D-2D8B-F79692285F7E}" dt="2026-08-21T11:08:20.173" v="0"/>
        <pc:sldMkLst>
          <pc:docMk/>
          <pc:sldMk cId="2936997597" sldId="768"/>
        </pc:sldMkLst>
      </pc:sldChg>
    </pc:docChg>
  </pc:docChgLst>
  <pc:docChgLst>
    <pc:chgData name="Franziska Schwehm" userId="S::franziska.schwehm_ph-freiburg.de#ext#@hwkfreiburgde.onmicrosoft.com::79e7a872-2523-4354-8afc-1956dbbedb59" providerId="AD" clId="Web-{9A2B6DA9-8873-B169-2E41-CC6791A34EB7}"/>
    <pc:docChg chg="addSld delSld modSld sldOrd modSection">
      <pc:chgData name="Franziska Schwehm" userId="S::franziska.schwehm_ph-freiburg.de#ext#@hwkfreiburgde.onmicrosoft.com::79e7a872-2523-4354-8afc-1956dbbedb59" providerId="AD" clId="Web-{9A2B6DA9-8873-B169-2E41-CC6791A34EB7}" dt="2026-07-27T13:21:42.536" v="4870"/>
      <pc:docMkLst>
        <pc:docMk/>
      </pc:docMkLst>
      <pc:sldChg chg="modSp">
        <pc:chgData name="Franziska Schwehm" userId="S::franziska.schwehm_ph-freiburg.de#ext#@hwkfreiburgde.onmicrosoft.com::79e7a872-2523-4354-8afc-1956dbbedb59" providerId="AD" clId="Web-{9A2B6DA9-8873-B169-2E41-CC6791A34EB7}" dt="2026-07-27T10:39:43.545" v="0" actId="20577"/>
        <pc:sldMkLst>
          <pc:docMk/>
          <pc:sldMk cId="1512048309" sldId="305"/>
        </pc:sldMkLst>
        <pc:spChg chg="mod">
          <ac:chgData name="Franziska Schwehm" userId="S::franziska.schwehm_ph-freiburg.de#ext#@hwkfreiburgde.onmicrosoft.com::79e7a872-2523-4354-8afc-1956dbbedb59" providerId="AD" clId="Web-{9A2B6DA9-8873-B169-2E41-CC6791A34EB7}" dt="2026-07-27T10:39:43.545" v="0" actId="20577"/>
          <ac:spMkLst>
            <pc:docMk/>
            <pc:sldMk cId="1512048309" sldId="305"/>
            <ac:spMk id="21" creationId="{40FC927B-B20B-1F0E-96BE-E5FAFBD358B0}"/>
          </ac:spMkLst>
        </pc:spChg>
      </pc:sldChg>
      <pc:sldChg chg="addSp delSp modSp add modNotes">
        <pc:chgData name="Franziska Schwehm" userId="S::franziska.schwehm_ph-freiburg.de#ext#@hwkfreiburgde.onmicrosoft.com::79e7a872-2523-4354-8afc-1956dbbedb59" providerId="AD" clId="Web-{9A2B6DA9-8873-B169-2E41-CC6791A34EB7}" dt="2026-07-27T12:49:26.535" v="3455" actId="20577"/>
        <pc:sldMkLst>
          <pc:docMk/>
          <pc:sldMk cId="1038906392" sldId="314"/>
        </pc:sldMkLst>
        <pc:spChg chg="add mod">
          <ac:chgData name="Franziska Schwehm" userId="S::franziska.schwehm_ph-freiburg.de#ext#@hwkfreiburgde.onmicrosoft.com::79e7a872-2523-4354-8afc-1956dbbedb59" providerId="AD" clId="Web-{9A2B6DA9-8873-B169-2E41-CC6791A34EB7}" dt="2026-07-27T11:40:04.715" v="2153" actId="20577"/>
          <ac:spMkLst>
            <pc:docMk/>
            <pc:sldMk cId="1038906392" sldId="314"/>
            <ac:spMk id="7" creationId="{1DFC884A-502F-ABDC-585A-7B4C2D06F782}"/>
          </ac:spMkLst>
        </pc:spChg>
        <pc:spChg chg="mod">
          <ac:chgData name="Franziska Schwehm" userId="S::franziska.schwehm_ph-freiburg.de#ext#@hwkfreiburgde.onmicrosoft.com::79e7a872-2523-4354-8afc-1956dbbedb59" providerId="AD" clId="Web-{9A2B6DA9-8873-B169-2E41-CC6791A34EB7}" dt="2026-07-27T11:19:46.095" v="1258" actId="20577"/>
          <ac:spMkLst>
            <pc:docMk/>
            <pc:sldMk cId="1038906392" sldId="314"/>
            <ac:spMk id="9" creationId="{BA4A7397-E33B-7B5B-5262-B55E9F5FA0E9}"/>
          </ac:spMkLst>
        </pc:spChg>
        <pc:spChg chg="mod">
          <ac:chgData name="Franziska Schwehm" userId="S::franziska.schwehm_ph-freiburg.de#ext#@hwkfreiburgde.onmicrosoft.com::79e7a872-2523-4354-8afc-1956dbbedb59" providerId="AD" clId="Web-{9A2B6DA9-8873-B169-2E41-CC6791A34EB7}" dt="2026-07-27T12:23:34.796" v="2948" actId="14100"/>
          <ac:spMkLst>
            <pc:docMk/>
            <pc:sldMk cId="1038906392" sldId="314"/>
            <ac:spMk id="11" creationId="{8DF64718-E5D9-D7FE-3B56-5D83AFB92FFF}"/>
          </ac:spMkLst>
        </pc:spChg>
        <pc:spChg chg="mod">
          <ac:chgData name="Franziska Schwehm" userId="S::franziska.schwehm_ph-freiburg.de#ext#@hwkfreiburgde.onmicrosoft.com::79e7a872-2523-4354-8afc-1956dbbedb59" providerId="AD" clId="Web-{9A2B6DA9-8873-B169-2E41-CC6791A34EB7}" dt="2026-07-27T12:23:39.905" v="2949" actId="14100"/>
          <ac:spMkLst>
            <pc:docMk/>
            <pc:sldMk cId="1038906392" sldId="314"/>
            <ac:spMk id="12" creationId="{AB3B85F9-85AC-0E65-1D9B-232B9DBA5848}"/>
          </ac:spMkLst>
        </pc:spChg>
        <pc:spChg chg="mod">
          <ac:chgData name="Franziska Schwehm" userId="S::franziska.schwehm_ph-freiburg.de#ext#@hwkfreiburgde.onmicrosoft.com::79e7a872-2523-4354-8afc-1956dbbedb59" providerId="AD" clId="Web-{9A2B6DA9-8873-B169-2E41-CC6791A34EB7}" dt="2026-07-27T11:01:48.970" v="821" actId="20577"/>
          <ac:spMkLst>
            <pc:docMk/>
            <pc:sldMk cId="1038906392" sldId="314"/>
            <ac:spMk id="13" creationId="{C20791A2-908C-A9CB-0486-B6DC1995DFAF}"/>
          </ac:spMkLst>
        </pc:spChg>
        <pc:spChg chg="mod">
          <ac:chgData name="Franziska Schwehm" userId="S::franziska.schwehm_ph-freiburg.de#ext#@hwkfreiburgde.onmicrosoft.com::79e7a872-2523-4354-8afc-1956dbbedb59" providerId="AD" clId="Web-{9A2B6DA9-8873-B169-2E41-CC6791A34EB7}" dt="2026-07-27T12:49:26.535" v="3455" actId="20577"/>
          <ac:spMkLst>
            <pc:docMk/>
            <pc:sldMk cId="1038906392" sldId="314"/>
            <ac:spMk id="14" creationId="{8F5D95B9-81E7-E991-54CB-B8A2D85CE790}"/>
          </ac:spMkLst>
        </pc:spChg>
      </pc:sldChg>
      <pc:sldChg chg="modSp ord modNotes">
        <pc:chgData name="Franziska Schwehm" userId="S::franziska.schwehm_ph-freiburg.de#ext#@hwkfreiburgde.onmicrosoft.com::79e7a872-2523-4354-8afc-1956dbbedb59" providerId="AD" clId="Web-{9A2B6DA9-8873-B169-2E41-CC6791A34EB7}" dt="2026-07-27T13:18:47.398" v="4744" actId="1076"/>
        <pc:sldMkLst>
          <pc:docMk/>
          <pc:sldMk cId="4160967553" sldId="325"/>
        </pc:sldMkLst>
        <pc:spChg chg="mod">
          <ac:chgData name="Franziska Schwehm" userId="S::franziska.schwehm_ph-freiburg.de#ext#@hwkfreiburgde.onmicrosoft.com::79e7a872-2523-4354-8afc-1956dbbedb59" providerId="AD" clId="Web-{9A2B6DA9-8873-B169-2E41-CC6791A34EB7}" dt="2026-07-27T13:18:40.882" v="4743" actId="20577"/>
          <ac:spMkLst>
            <pc:docMk/>
            <pc:sldMk cId="4160967553" sldId="325"/>
            <ac:spMk id="2" creationId="{768FC905-A9DD-67B8-70A9-041F7AD3F43A}"/>
          </ac:spMkLst>
        </pc:spChg>
        <pc:spChg chg="mod">
          <ac:chgData name="Franziska Schwehm" userId="S::franziska.schwehm_ph-freiburg.de#ext#@hwkfreiburgde.onmicrosoft.com::79e7a872-2523-4354-8afc-1956dbbedb59" providerId="AD" clId="Web-{9A2B6DA9-8873-B169-2E41-CC6791A34EB7}" dt="2026-07-27T13:18:47.398" v="4744" actId="1076"/>
          <ac:spMkLst>
            <pc:docMk/>
            <pc:sldMk cId="4160967553" sldId="325"/>
            <ac:spMk id="3" creationId="{A18DCB89-BB4C-4F13-6DD7-BBE9A7A4D33D}"/>
          </ac:spMkLst>
        </pc:spChg>
        <pc:spChg chg="mod">
          <ac:chgData name="Franziska Schwehm" userId="S::franziska.schwehm_ph-freiburg.de#ext#@hwkfreiburgde.onmicrosoft.com::79e7a872-2523-4354-8afc-1956dbbedb59" providerId="AD" clId="Web-{9A2B6DA9-8873-B169-2E41-CC6791A34EB7}" dt="2026-07-27T13:13:05.389" v="4629" actId="20577"/>
          <ac:spMkLst>
            <pc:docMk/>
            <pc:sldMk cId="4160967553" sldId="325"/>
            <ac:spMk id="4" creationId="{B73FD01B-360A-541B-3608-CDF2B41A2E4F}"/>
          </ac:spMkLst>
        </pc:spChg>
      </pc:sldChg>
      <pc:sldChg chg="addSp delSp modSp modNotes">
        <pc:chgData name="Franziska Schwehm" userId="S::franziska.schwehm_ph-freiburg.de#ext#@hwkfreiburgde.onmicrosoft.com::79e7a872-2523-4354-8afc-1956dbbedb59" providerId="AD" clId="Web-{9A2B6DA9-8873-B169-2E41-CC6791A34EB7}" dt="2026-07-27T12:44:56.531" v="3060" actId="1076"/>
        <pc:sldMkLst>
          <pc:docMk/>
          <pc:sldMk cId="288110971" sldId="759"/>
        </pc:sldMkLst>
        <pc:spChg chg="mod">
          <ac:chgData name="Franziska Schwehm" userId="S::franziska.schwehm_ph-freiburg.de#ext#@hwkfreiburgde.onmicrosoft.com::79e7a872-2523-4354-8afc-1956dbbedb59" providerId="AD" clId="Web-{9A2B6DA9-8873-B169-2E41-CC6791A34EB7}" dt="2026-07-27T11:18:47.669" v="1214" actId="20577"/>
          <ac:spMkLst>
            <pc:docMk/>
            <pc:sldMk cId="288110971" sldId="759"/>
            <ac:spMk id="2" creationId="{D979F799-D062-2503-D61D-DDB25F1626C3}"/>
          </ac:spMkLst>
        </pc:spChg>
        <pc:spChg chg="add mod">
          <ac:chgData name="Franziska Schwehm" userId="S::franziska.schwehm_ph-freiburg.de#ext#@hwkfreiburgde.onmicrosoft.com::79e7a872-2523-4354-8afc-1956dbbedb59" providerId="AD" clId="Web-{9A2B6DA9-8873-B169-2E41-CC6791A34EB7}" dt="2026-07-27T12:44:56.531" v="3060" actId="1076"/>
          <ac:spMkLst>
            <pc:docMk/>
            <pc:sldMk cId="288110971" sldId="759"/>
            <ac:spMk id="8" creationId="{F2FC14AA-E957-A761-F557-574BB4D1CBDA}"/>
          </ac:spMkLst>
        </pc:spChg>
        <pc:spChg chg="add mod">
          <ac:chgData name="Franziska Schwehm" userId="S::franziska.schwehm_ph-freiburg.de#ext#@hwkfreiburgde.onmicrosoft.com::79e7a872-2523-4354-8afc-1956dbbedb59" providerId="AD" clId="Web-{9A2B6DA9-8873-B169-2E41-CC6791A34EB7}" dt="2026-07-27T12:26:05.244" v="2960"/>
          <ac:spMkLst>
            <pc:docMk/>
            <pc:sldMk cId="288110971" sldId="759"/>
            <ac:spMk id="10" creationId="{C063C584-33DA-165F-E9A2-D03D350F429A}"/>
          </ac:spMkLst>
        </pc:spChg>
        <pc:spChg chg="add mod">
          <ac:chgData name="Franziska Schwehm" userId="S::franziska.schwehm_ph-freiburg.de#ext#@hwkfreiburgde.onmicrosoft.com::79e7a872-2523-4354-8afc-1956dbbedb59" providerId="AD" clId="Web-{9A2B6DA9-8873-B169-2E41-CC6791A34EB7}" dt="2026-07-27T12:26:09.838" v="2961"/>
          <ac:spMkLst>
            <pc:docMk/>
            <pc:sldMk cId="288110971" sldId="759"/>
            <ac:spMk id="11" creationId="{4AA0DCAD-45EA-5791-0F75-3A9D2324E0C6}"/>
          </ac:spMkLst>
        </pc:spChg>
        <pc:spChg chg="mod">
          <ac:chgData name="Franziska Schwehm" userId="S::franziska.schwehm_ph-freiburg.de#ext#@hwkfreiburgde.onmicrosoft.com::79e7a872-2523-4354-8afc-1956dbbedb59" providerId="AD" clId="Web-{9A2B6DA9-8873-B169-2E41-CC6791A34EB7}" dt="2026-07-27T12:18:39.290" v="2858" actId="14100"/>
          <ac:spMkLst>
            <pc:docMk/>
            <pc:sldMk cId="288110971" sldId="759"/>
            <ac:spMk id="69" creationId="{35FDC10E-F53D-96E4-41D4-3D94E391983C}"/>
          </ac:spMkLst>
        </pc:spChg>
        <pc:spChg chg="mod">
          <ac:chgData name="Franziska Schwehm" userId="S::franziska.schwehm_ph-freiburg.de#ext#@hwkfreiburgde.onmicrosoft.com::79e7a872-2523-4354-8afc-1956dbbedb59" providerId="AD" clId="Web-{9A2B6DA9-8873-B169-2E41-CC6791A34EB7}" dt="2026-07-27T12:18:39.290" v="2856" actId="14100"/>
          <ac:spMkLst>
            <pc:docMk/>
            <pc:sldMk cId="288110971" sldId="759"/>
            <ac:spMk id="71" creationId="{EA4E9D8D-A6C1-E67B-6086-9CF374E1E616}"/>
          </ac:spMkLst>
        </pc:spChg>
        <pc:spChg chg="mod">
          <ac:chgData name="Franziska Schwehm" userId="S::franziska.schwehm_ph-freiburg.de#ext#@hwkfreiburgde.onmicrosoft.com::79e7a872-2523-4354-8afc-1956dbbedb59" providerId="AD" clId="Web-{9A2B6DA9-8873-B169-2E41-CC6791A34EB7}" dt="2026-07-27T12:18:39.290" v="2855" actId="14100"/>
          <ac:spMkLst>
            <pc:docMk/>
            <pc:sldMk cId="288110971" sldId="759"/>
            <ac:spMk id="72" creationId="{1682C3F1-2FFC-67E4-2373-21CB31EC2ADD}"/>
          </ac:spMkLst>
        </pc:spChg>
        <pc:spChg chg="mod">
          <ac:chgData name="Franziska Schwehm" userId="S::franziska.schwehm_ph-freiburg.de#ext#@hwkfreiburgde.onmicrosoft.com::79e7a872-2523-4354-8afc-1956dbbedb59" providerId="AD" clId="Web-{9A2B6DA9-8873-B169-2E41-CC6791A34EB7}" dt="2026-07-27T12:18:39.290" v="2854" actId="14100"/>
          <ac:spMkLst>
            <pc:docMk/>
            <pc:sldMk cId="288110971" sldId="759"/>
            <ac:spMk id="73" creationId="{DE6089C3-5ADD-5183-EB02-69729F01FA84}"/>
          </ac:spMkLst>
        </pc:spChg>
        <pc:spChg chg="mod">
          <ac:chgData name="Franziska Schwehm" userId="S::franziska.schwehm_ph-freiburg.de#ext#@hwkfreiburgde.onmicrosoft.com::79e7a872-2523-4354-8afc-1956dbbedb59" providerId="AD" clId="Web-{9A2B6DA9-8873-B169-2E41-CC6791A34EB7}" dt="2026-07-27T12:27:08.327" v="2974" actId="20577"/>
          <ac:spMkLst>
            <pc:docMk/>
            <pc:sldMk cId="288110971" sldId="759"/>
            <ac:spMk id="74" creationId="{652C3A11-A498-BF0E-E838-B0FCCCDFB347}"/>
          </ac:spMkLst>
        </pc:spChg>
        <pc:spChg chg="mod">
          <ac:chgData name="Franziska Schwehm" userId="S::franziska.schwehm_ph-freiburg.de#ext#@hwkfreiburgde.onmicrosoft.com::79e7a872-2523-4354-8afc-1956dbbedb59" providerId="AD" clId="Web-{9A2B6DA9-8873-B169-2E41-CC6791A34EB7}" dt="2026-07-27T12:18:39.290" v="2852" actId="14100"/>
          <ac:spMkLst>
            <pc:docMk/>
            <pc:sldMk cId="288110971" sldId="759"/>
            <ac:spMk id="75" creationId="{33D566A3-84AB-D5B7-AD95-718F36E9A059}"/>
          </ac:spMkLst>
        </pc:spChg>
        <pc:spChg chg="mod">
          <ac:chgData name="Franziska Schwehm" userId="S::franziska.schwehm_ph-freiburg.de#ext#@hwkfreiburgde.onmicrosoft.com::79e7a872-2523-4354-8afc-1956dbbedb59" providerId="AD" clId="Web-{9A2B6DA9-8873-B169-2E41-CC6791A34EB7}" dt="2026-07-27T12:18:39.290" v="2851" actId="14100"/>
          <ac:spMkLst>
            <pc:docMk/>
            <pc:sldMk cId="288110971" sldId="759"/>
            <ac:spMk id="76" creationId="{36DDF576-4A0F-DD7F-7218-E9C05E8DEB8B}"/>
          </ac:spMkLst>
        </pc:spChg>
        <pc:spChg chg="mod">
          <ac:chgData name="Franziska Schwehm" userId="S::franziska.schwehm_ph-freiburg.de#ext#@hwkfreiburgde.onmicrosoft.com::79e7a872-2523-4354-8afc-1956dbbedb59" providerId="AD" clId="Web-{9A2B6DA9-8873-B169-2E41-CC6791A34EB7}" dt="2026-07-27T12:18:39.290" v="2850" actId="14100"/>
          <ac:spMkLst>
            <pc:docMk/>
            <pc:sldMk cId="288110971" sldId="759"/>
            <ac:spMk id="77" creationId="{7563C5CF-A56B-592C-959C-F0663F3190CD}"/>
          </ac:spMkLst>
        </pc:spChg>
        <pc:spChg chg="mod">
          <ac:chgData name="Franziska Schwehm" userId="S::franziska.schwehm_ph-freiburg.de#ext#@hwkfreiburgde.onmicrosoft.com::79e7a872-2523-4354-8afc-1956dbbedb59" providerId="AD" clId="Web-{9A2B6DA9-8873-B169-2E41-CC6791A34EB7}" dt="2026-07-27T12:18:39.290" v="2849" actId="14100"/>
          <ac:spMkLst>
            <pc:docMk/>
            <pc:sldMk cId="288110971" sldId="759"/>
            <ac:spMk id="79" creationId="{27CD83E2-5E61-78B5-4602-76513501781F}"/>
          </ac:spMkLst>
        </pc:spChg>
        <pc:spChg chg="mod">
          <ac:chgData name="Franziska Schwehm" userId="S::franziska.schwehm_ph-freiburg.de#ext#@hwkfreiburgde.onmicrosoft.com::79e7a872-2523-4354-8afc-1956dbbedb59" providerId="AD" clId="Web-{9A2B6DA9-8873-B169-2E41-CC6791A34EB7}" dt="2026-07-27T12:18:39.290" v="2848" actId="14100"/>
          <ac:spMkLst>
            <pc:docMk/>
            <pc:sldMk cId="288110971" sldId="759"/>
            <ac:spMk id="80" creationId="{BF4876E7-FF56-037A-42A1-E9F369E3DD53}"/>
          </ac:spMkLst>
        </pc:spChg>
        <pc:spChg chg="mod">
          <ac:chgData name="Franziska Schwehm" userId="S::franziska.schwehm_ph-freiburg.de#ext#@hwkfreiburgde.onmicrosoft.com::79e7a872-2523-4354-8afc-1956dbbedb59" providerId="AD" clId="Web-{9A2B6DA9-8873-B169-2E41-CC6791A34EB7}" dt="2026-07-27T12:18:39.290" v="2847" actId="14100"/>
          <ac:spMkLst>
            <pc:docMk/>
            <pc:sldMk cId="288110971" sldId="759"/>
            <ac:spMk id="81" creationId="{92FECCBE-10C1-3CEE-526F-E59B0ACEC9AC}"/>
          </ac:spMkLst>
        </pc:spChg>
        <pc:spChg chg="mod">
          <ac:chgData name="Franziska Schwehm" userId="S::franziska.schwehm_ph-freiburg.de#ext#@hwkfreiburgde.onmicrosoft.com::79e7a872-2523-4354-8afc-1956dbbedb59" providerId="AD" clId="Web-{9A2B6DA9-8873-B169-2E41-CC6791A34EB7}" dt="2026-07-27T12:18:39.290" v="2846" actId="14100"/>
          <ac:spMkLst>
            <pc:docMk/>
            <pc:sldMk cId="288110971" sldId="759"/>
            <ac:spMk id="82" creationId="{F3CAC0A9-900A-DC98-0FF8-C2F148118F34}"/>
          </ac:spMkLst>
        </pc:spChg>
        <pc:spChg chg="mod">
          <ac:chgData name="Franziska Schwehm" userId="S::franziska.schwehm_ph-freiburg.de#ext#@hwkfreiburgde.onmicrosoft.com::79e7a872-2523-4354-8afc-1956dbbedb59" providerId="AD" clId="Web-{9A2B6DA9-8873-B169-2E41-CC6791A34EB7}" dt="2026-07-27T12:27:27.094" v="2986" actId="1076"/>
          <ac:spMkLst>
            <pc:docMk/>
            <pc:sldMk cId="288110971" sldId="759"/>
            <ac:spMk id="83" creationId="{F5C764EA-4F63-C5E6-B3DF-1B19F3F1F130}"/>
          </ac:spMkLst>
        </pc:spChg>
        <pc:spChg chg="mod">
          <ac:chgData name="Franziska Schwehm" userId="S::franziska.schwehm_ph-freiburg.de#ext#@hwkfreiburgde.onmicrosoft.com::79e7a872-2523-4354-8afc-1956dbbedb59" providerId="AD" clId="Web-{9A2B6DA9-8873-B169-2E41-CC6791A34EB7}" dt="2026-07-27T12:18:39.290" v="2844" actId="14100"/>
          <ac:spMkLst>
            <pc:docMk/>
            <pc:sldMk cId="288110971" sldId="759"/>
            <ac:spMk id="84" creationId="{5C1957F8-9969-9A7B-9328-FB55A493A84F}"/>
          </ac:spMkLst>
        </pc:spChg>
        <pc:spChg chg="mod">
          <ac:chgData name="Franziska Schwehm" userId="S::franziska.schwehm_ph-freiburg.de#ext#@hwkfreiburgde.onmicrosoft.com::79e7a872-2523-4354-8afc-1956dbbedb59" providerId="AD" clId="Web-{9A2B6DA9-8873-B169-2E41-CC6791A34EB7}" dt="2026-07-27T12:26:43.153" v="2965" actId="1076"/>
          <ac:spMkLst>
            <pc:docMk/>
            <pc:sldMk cId="288110971" sldId="759"/>
            <ac:spMk id="94" creationId="{CFCEBEDC-21E0-B408-8586-E60273465A20}"/>
          </ac:spMkLst>
        </pc:spChg>
        <pc:grpChg chg="mod">
          <ac:chgData name="Franziska Schwehm" userId="S::franziska.schwehm_ph-freiburg.de#ext#@hwkfreiburgde.onmicrosoft.com::79e7a872-2523-4354-8afc-1956dbbedb59" providerId="AD" clId="Web-{9A2B6DA9-8873-B169-2E41-CC6791A34EB7}" dt="2026-07-27T12:18:39.290" v="2857" actId="14100"/>
          <ac:grpSpMkLst>
            <pc:docMk/>
            <pc:sldMk cId="288110971" sldId="759"/>
            <ac:grpSpMk id="70" creationId="{DD92A9F2-BEB2-5185-364B-18F6C0F7CE6A}"/>
          </ac:grpSpMkLst>
        </pc:grpChg>
      </pc:sldChg>
      <pc:sldChg chg="addSp delSp modSp add ord modNotes">
        <pc:chgData name="Franziska Schwehm" userId="S::franziska.schwehm_ph-freiburg.de#ext#@hwkfreiburgde.onmicrosoft.com::79e7a872-2523-4354-8afc-1956dbbedb59" providerId="AD" clId="Web-{9A2B6DA9-8873-B169-2E41-CC6791A34EB7}" dt="2026-07-27T13:04:36.852" v="4148" actId="14100"/>
        <pc:sldMkLst>
          <pc:docMk/>
          <pc:sldMk cId="3034723747" sldId="779"/>
        </pc:sldMkLst>
        <pc:spChg chg="mod">
          <ac:chgData name="Franziska Schwehm" userId="S::franziska.schwehm_ph-freiburg.de#ext#@hwkfreiburgde.onmicrosoft.com::79e7a872-2523-4354-8afc-1956dbbedb59" providerId="AD" clId="Web-{9A2B6DA9-8873-B169-2E41-CC6791A34EB7}" dt="2026-07-27T12:57:56.838" v="3611" actId="20577"/>
          <ac:spMkLst>
            <pc:docMk/>
            <pc:sldMk cId="3034723747" sldId="779"/>
            <ac:spMk id="2" creationId="{D97CCA94-3EA1-1122-C9DD-8FC16B9821FF}"/>
          </ac:spMkLst>
        </pc:spChg>
        <pc:spChg chg="mod">
          <ac:chgData name="Franziska Schwehm" userId="S::franziska.schwehm_ph-freiburg.de#ext#@hwkfreiburgde.onmicrosoft.com::79e7a872-2523-4354-8afc-1956dbbedb59" providerId="AD" clId="Web-{9A2B6DA9-8873-B169-2E41-CC6791A34EB7}" dt="2026-07-27T13:03:14.939" v="4030" actId="14100"/>
          <ac:spMkLst>
            <pc:docMk/>
            <pc:sldMk cId="3034723747" sldId="779"/>
            <ac:spMk id="5" creationId="{30660A7A-C331-4F54-9A49-4801D5A351AC}"/>
          </ac:spMkLst>
        </pc:spChg>
        <pc:spChg chg="mod">
          <ac:chgData name="Franziska Schwehm" userId="S::franziska.schwehm_ph-freiburg.de#ext#@hwkfreiburgde.onmicrosoft.com::79e7a872-2523-4354-8afc-1956dbbedb59" providerId="AD" clId="Web-{9A2B6DA9-8873-B169-2E41-CC6791A34EB7}" dt="2026-07-27T13:04:06.178" v="4065" actId="20577"/>
          <ac:spMkLst>
            <pc:docMk/>
            <pc:sldMk cId="3034723747" sldId="779"/>
            <ac:spMk id="6" creationId="{4FFA0765-AEA1-A1C5-440F-549F40508914}"/>
          </ac:spMkLst>
        </pc:spChg>
        <pc:spChg chg="mod">
          <ac:chgData name="Franziska Schwehm" userId="S::franziska.schwehm_ph-freiburg.de#ext#@hwkfreiburgde.onmicrosoft.com::79e7a872-2523-4354-8afc-1956dbbedb59" providerId="AD" clId="Web-{9A2B6DA9-8873-B169-2E41-CC6791A34EB7}" dt="2026-07-27T12:59:45.127" v="3734" actId="20577"/>
          <ac:spMkLst>
            <pc:docMk/>
            <pc:sldMk cId="3034723747" sldId="779"/>
            <ac:spMk id="8" creationId="{8D58579F-70C9-4872-A84F-54D53501025C}"/>
          </ac:spMkLst>
        </pc:spChg>
        <pc:spChg chg="mod">
          <ac:chgData name="Franziska Schwehm" userId="S::franziska.schwehm_ph-freiburg.de#ext#@hwkfreiburgde.onmicrosoft.com::79e7a872-2523-4354-8afc-1956dbbedb59" providerId="AD" clId="Web-{9A2B6DA9-8873-B169-2E41-CC6791A34EB7}" dt="2026-07-27T13:03:35.316" v="4045" actId="20577"/>
          <ac:spMkLst>
            <pc:docMk/>
            <pc:sldMk cId="3034723747" sldId="779"/>
            <ac:spMk id="9" creationId="{7487FB52-77E5-B645-83E6-9056E1B2B565}"/>
          </ac:spMkLst>
        </pc:spChg>
        <pc:spChg chg="mod">
          <ac:chgData name="Franziska Schwehm" userId="S::franziska.schwehm_ph-freiburg.de#ext#@hwkfreiburgde.onmicrosoft.com::79e7a872-2523-4354-8afc-1956dbbedb59" providerId="AD" clId="Web-{9A2B6DA9-8873-B169-2E41-CC6791A34EB7}" dt="2026-07-27T13:03:55.380" v="4059" actId="14100"/>
          <ac:spMkLst>
            <pc:docMk/>
            <pc:sldMk cId="3034723747" sldId="779"/>
            <ac:spMk id="10" creationId="{951393D7-73AE-E0CB-7244-D73A8688073F}"/>
          </ac:spMkLst>
        </pc:spChg>
        <pc:spChg chg="mod">
          <ac:chgData name="Franziska Schwehm" userId="S::franziska.schwehm_ph-freiburg.de#ext#@hwkfreiburgde.onmicrosoft.com::79e7a872-2523-4354-8afc-1956dbbedb59" providerId="AD" clId="Web-{9A2B6DA9-8873-B169-2E41-CC6791A34EB7}" dt="2026-07-27T12:59:33.892" v="3725" actId="20577"/>
          <ac:spMkLst>
            <pc:docMk/>
            <pc:sldMk cId="3034723747" sldId="779"/>
            <ac:spMk id="12" creationId="{60A315AD-A625-5F07-1289-451793415873}"/>
          </ac:spMkLst>
        </pc:spChg>
        <pc:spChg chg="mod">
          <ac:chgData name="Franziska Schwehm" userId="S::franziska.schwehm_ph-freiburg.de#ext#@hwkfreiburgde.onmicrosoft.com::79e7a872-2523-4354-8afc-1956dbbedb59" providerId="AD" clId="Web-{9A2B6DA9-8873-B169-2E41-CC6791A34EB7}" dt="2026-07-27T12:59:24.329" v="3720" actId="20577"/>
          <ac:spMkLst>
            <pc:docMk/>
            <pc:sldMk cId="3034723747" sldId="779"/>
            <ac:spMk id="13" creationId="{2A07D528-D078-A120-448F-5CAA67459387}"/>
          </ac:spMkLst>
        </pc:spChg>
        <pc:spChg chg="mod">
          <ac:chgData name="Franziska Schwehm" userId="S::franziska.schwehm_ph-freiburg.de#ext#@hwkfreiburgde.onmicrosoft.com::79e7a872-2523-4354-8afc-1956dbbedb59" providerId="AD" clId="Web-{9A2B6DA9-8873-B169-2E41-CC6791A34EB7}" dt="2026-07-27T13:04:36.852" v="4148" actId="14100"/>
          <ac:spMkLst>
            <pc:docMk/>
            <pc:sldMk cId="3034723747" sldId="779"/>
            <ac:spMk id="16" creationId="{6D78BB79-451F-0866-6222-9B70D8E3D765}"/>
          </ac:spMkLst>
        </pc:spChg>
      </pc:sldChg>
      <pc:sldChg chg="addSp delSp modSp new ord">
        <pc:chgData name="Franziska Schwehm" userId="S::franziska.schwehm_ph-freiburg.de#ext#@hwkfreiburgde.onmicrosoft.com::79e7a872-2523-4354-8afc-1956dbbedb59" providerId="AD" clId="Web-{9A2B6DA9-8873-B169-2E41-CC6791A34EB7}" dt="2026-07-27T13:07:25.286" v="4235" actId="20577"/>
        <pc:sldMkLst>
          <pc:docMk/>
          <pc:sldMk cId="3390189541" sldId="782"/>
        </pc:sldMkLst>
        <pc:spChg chg="mod">
          <ac:chgData name="Franziska Schwehm" userId="S::franziska.schwehm_ph-freiburg.de#ext#@hwkfreiburgde.onmicrosoft.com::79e7a872-2523-4354-8afc-1956dbbedb59" providerId="AD" clId="Web-{9A2B6DA9-8873-B169-2E41-CC6791A34EB7}" dt="2026-07-27T12:45:32.205" v="3088" actId="20577"/>
          <ac:spMkLst>
            <pc:docMk/>
            <pc:sldMk cId="3390189541" sldId="782"/>
            <ac:spMk id="2" creationId="{BD2CA033-3F2A-4B95-2DD6-C7860B1DEB5B}"/>
          </ac:spMkLst>
        </pc:spChg>
        <pc:spChg chg="mod">
          <ac:chgData name="Franziska Schwehm" userId="S::franziska.schwehm_ph-freiburg.de#ext#@hwkfreiburgde.onmicrosoft.com::79e7a872-2523-4354-8afc-1956dbbedb59" providerId="AD" clId="Web-{9A2B6DA9-8873-B169-2E41-CC6791A34EB7}" dt="2026-07-27T13:06:37.423" v="4179" actId="20577"/>
          <ac:spMkLst>
            <pc:docMk/>
            <pc:sldMk cId="3390189541" sldId="782"/>
            <ac:spMk id="3" creationId="{0B77B72C-B352-4842-9416-43F0EB96B5CA}"/>
          </ac:spMkLst>
        </pc:spChg>
        <pc:spChg chg="mod">
          <ac:chgData name="Franziska Schwehm" userId="S::franziska.schwehm_ph-freiburg.de#ext#@hwkfreiburgde.onmicrosoft.com::79e7a872-2523-4354-8afc-1956dbbedb59" providerId="AD" clId="Web-{9A2B6DA9-8873-B169-2E41-CC6791A34EB7}" dt="2026-07-27T13:07:25.286" v="4235" actId="20577"/>
          <ac:spMkLst>
            <pc:docMk/>
            <pc:sldMk cId="3390189541" sldId="782"/>
            <ac:spMk id="4" creationId="{77EEB8AF-574B-DC70-27AC-B932B090B3C4}"/>
          </ac:spMkLst>
        </pc:spChg>
        <pc:picChg chg="add mod ord modCrop">
          <ac:chgData name="Franziska Schwehm" userId="S::franziska.schwehm_ph-freiburg.de#ext#@hwkfreiburgde.onmicrosoft.com::79e7a872-2523-4354-8afc-1956dbbedb59" providerId="AD" clId="Web-{9A2B6DA9-8873-B169-2E41-CC6791A34EB7}" dt="2026-07-27T12:44:26.935" v="3054"/>
          <ac:picMkLst>
            <pc:docMk/>
            <pc:sldMk cId="3390189541" sldId="782"/>
            <ac:picMk id="8" creationId="{DCC1206C-AEAB-4829-3997-26A821D70B6B}"/>
          </ac:picMkLst>
        </pc:picChg>
      </pc:sldChg>
      <pc:sldChg chg="add replId">
        <pc:chgData name="Franziska Schwehm" userId="S::franziska.schwehm_ph-freiburg.de#ext#@hwkfreiburgde.onmicrosoft.com::79e7a872-2523-4354-8afc-1956dbbedb59" providerId="AD" clId="Web-{9A2B6DA9-8873-B169-2E41-CC6791A34EB7}" dt="2026-07-27T12:57:34.571" v="3584"/>
        <pc:sldMkLst>
          <pc:docMk/>
          <pc:sldMk cId="1478955666" sldId="784"/>
        </pc:sldMkLst>
      </pc:sldChg>
      <pc:sldChg chg="modSp new modNotes">
        <pc:chgData name="Franziska Schwehm" userId="S::franziska.schwehm_ph-freiburg.de#ext#@hwkfreiburgde.onmicrosoft.com::79e7a872-2523-4354-8afc-1956dbbedb59" providerId="AD" clId="Web-{9A2B6DA9-8873-B169-2E41-CC6791A34EB7}" dt="2026-07-27T13:21:42.536" v="4870"/>
        <pc:sldMkLst>
          <pc:docMk/>
          <pc:sldMk cId="4206775934" sldId="786"/>
        </pc:sldMkLst>
        <pc:spChg chg="mod">
          <ac:chgData name="Franziska Schwehm" userId="S::franziska.schwehm_ph-freiburg.de#ext#@hwkfreiburgde.onmicrosoft.com::79e7a872-2523-4354-8afc-1956dbbedb59" providerId="AD" clId="Web-{9A2B6DA9-8873-B169-2E41-CC6791A34EB7}" dt="2026-07-27T13:18:53.352" v="4746"/>
          <ac:spMkLst>
            <pc:docMk/>
            <pc:sldMk cId="4206775934" sldId="786"/>
            <ac:spMk id="2" creationId="{709B68DE-090B-6E73-3637-774464692525}"/>
          </ac:spMkLst>
        </pc:spChg>
        <pc:spChg chg="mod">
          <ac:chgData name="Franziska Schwehm" userId="S::franziska.schwehm_ph-freiburg.de#ext#@hwkfreiburgde.onmicrosoft.com::79e7a872-2523-4354-8afc-1956dbbedb59" providerId="AD" clId="Web-{9A2B6DA9-8873-B169-2E41-CC6791A34EB7}" dt="2026-07-27T13:18:59.930" v="4747" actId="1076"/>
          <ac:spMkLst>
            <pc:docMk/>
            <pc:sldMk cId="4206775934" sldId="786"/>
            <ac:spMk id="3" creationId="{BB26BE51-4789-645A-7806-723D845D7554}"/>
          </ac:spMkLst>
        </pc:spChg>
        <pc:spChg chg="mod">
          <ac:chgData name="Franziska Schwehm" userId="S::franziska.schwehm_ph-freiburg.de#ext#@hwkfreiburgde.onmicrosoft.com::79e7a872-2523-4354-8afc-1956dbbedb59" providerId="AD" clId="Web-{9A2B6DA9-8873-B169-2E41-CC6791A34EB7}" dt="2026-07-27T13:21:03.721" v="4868" actId="20577"/>
          <ac:spMkLst>
            <pc:docMk/>
            <pc:sldMk cId="4206775934" sldId="786"/>
            <ac:spMk id="4" creationId="{3A2AAED1-ED68-80A0-AE5A-2DCF8911BB74}"/>
          </ac:spMkLst>
        </pc:spChg>
      </pc:sldChg>
    </pc:docChg>
  </pc:docChgLst>
  <pc:docChgLst>
    <pc:chgData name="Dengler, Jörg" userId="a223efbe-b952-438e-8a1a-51d3183fbfe3" providerId="ADAL" clId="{C4A87669-49DF-444F-B214-7C354DFB89E5}"/>
    <pc:docChg chg="modSld">
      <pc:chgData name="Dengler, Jörg" userId="a223efbe-b952-438e-8a1a-51d3183fbfe3" providerId="ADAL" clId="{C4A87669-49DF-444F-B214-7C354DFB89E5}" dt="2026-08-05T11:28:32.652" v="26" actId="20577"/>
      <pc:docMkLst>
        <pc:docMk/>
      </pc:docMkLst>
      <pc:sldChg chg="modSp mod">
        <pc:chgData name="Dengler, Jörg" userId="a223efbe-b952-438e-8a1a-51d3183fbfe3" providerId="ADAL" clId="{C4A87669-49DF-444F-B214-7C354DFB89E5}" dt="2026-08-05T11:28:32.652" v="26" actId="20577"/>
        <pc:sldMkLst>
          <pc:docMk/>
          <pc:sldMk cId="2387955176" sldId="326"/>
        </pc:sldMkLst>
        <pc:spChg chg="mod">
          <ac:chgData name="Dengler, Jörg" userId="a223efbe-b952-438e-8a1a-51d3183fbfe3" providerId="ADAL" clId="{C4A87669-49DF-444F-B214-7C354DFB89E5}" dt="2026-08-03T08:01:14.333" v="19" actId="6549"/>
          <ac:spMkLst>
            <pc:docMk/>
            <pc:sldMk cId="2387955176" sldId="326"/>
            <ac:spMk id="3" creationId="{57469C12-99C3-B6B4-73EE-42BCB2F70BF2}"/>
          </ac:spMkLst>
        </pc:spChg>
        <pc:spChg chg="mod">
          <ac:chgData name="Dengler, Jörg" userId="a223efbe-b952-438e-8a1a-51d3183fbfe3" providerId="ADAL" clId="{C4A87669-49DF-444F-B214-7C354DFB89E5}" dt="2026-08-05T11:28:32.652" v="26" actId="20577"/>
          <ac:spMkLst>
            <pc:docMk/>
            <pc:sldMk cId="2387955176" sldId="326"/>
            <ac:spMk id="4" creationId="{5059D74E-666C-2A12-E257-1D2789DFB5A0}"/>
          </ac:spMkLst>
        </pc:spChg>
      </pc:sldChg>
    </pc:docChg>
  </pc:docChgLst>
  <pc:docChgLst>
    <pc:chgData name="Franziska Schwehm" userId="S::franziska.schwehm_ph-freiburg.de#ext#@hwkfreiburgde.onmicrosoft.com::79e7a872-2523-4354-8afc-1956dbbedb59" providerId="AD" clId="Web-{AD02D089-BD3A-044D-A5AE-52C664242A34}"/>
    <pc:docChg chg="modSld">
      <pc:chgData name="Franziska Schwehm" userId="S::franziska.schwehm_ph-freiburg.de#ext#@hwkfreiburgde.onmicrosoft.com::79e7a872-2523-4354-8afc-1956dbbedb59" providerId="AD" clId="Web-{AD02D089-BD3A-044D-A5AE-52C664242A34}" dt="2026-07-28T12:24:49.064" v="328"/>
      <pc:docMkLst>
        <pc:docMk/>
      </pc:docMkLst>
      <pc:sldChg chg="addSp delSp modSp">
        <pc:chgData name="Franziska Schwehm" userId="S::franziska.schwehm_ph-freiburg.de#ext#@hwkfreiburgde.onmicrosoft.com::79e7a872-2523-4354-8afc-1956dbbedb59" providerId="AD" clId="Web-{AD02D089-BD3A-044D-A5AE-52C664242A34}" dt="2026-07-28T12:24:44.955" v="326"/>
        <pc:sldMkLst>
          <pc:docMk/>
          <pc:sldMk cId="1038906392" sldId="314"/>
        </pc:sldMkLst>
        <pc:spChg chg="add mod">
          <ac:chgData name="Franziska Schwehm" userId="S::franziska.schwehm_ph-freiburg.de#ext#@hwkfreiburgde.onmicrosoft.com::79e7a872-2523-4354-8afc-1956dbbedb59" providerId="AD" clId="Web-{AD02D089-BD3A-044D-A5AE-52C664242A34}" dt="2026-07-28T12:24:44.955" v="326"/>
          <ac:spMkLst>
            <pc:docMk/>
            <pc:sldMk cId="1038906392" sldId="314"/>
            <ac:spMk id="5" creationId="{1F9CC5BB-D5D5-B65B-AAB0-1447DD4B9B0D}"/>
          </ac:spMkLst>
        </pc:spChg>
      </pc:sldChg>
      <pc:sldChg chg="addSp delSp modSp modNotes">
        <pc:chgData name="Franziska Schwehm" userId="S::franziska.schwehm_ph-freiburg.de#ext#@hwkfreiburgde.onmicrosoft.com::79e7a872-2523-4354-8afc-1956dbbedb59" providerId="AD" clId="Web-{AD02D089-BD3A-044D-A5AE-52C664242A34}" dt="2026-07-28T12:23:56.297" v="318" actId="20577"/>
        <pc:sldMkLst>
          <pc:docMk/>
          <pc:sldMk cId="4160967553" sldId="325"/>
        </pc:sldMkLst>
        <pc:spChg chg="mod">
          <ac:chgData name="Franziska Schwehm" userId="S::franziska.schwehm_ph-freiburg.de#ext#@hwkfreiburgde.onmicrosoft.com::79e7a872-2523-4354-8afc-1956dbbedb59" providerId="AD" clId="Web-{AD02D089-BD3A-044D-A5AE-52C664242A34}" dt="2026-07-28T12:07:51.809" v="159" actId="20577"/>
          <ac:spMkLst>
            <pc:docMk/>
            <pc:sldMk cId="4160967553" sldId="325"/>
            <ac:spMk id="3" creationId="{A18DCB89-BB4C-4F13-6DD7-BBE9A7A4D33D}"/>
          </ac:spMkLst>
        </pc:spChg>
        <pc:spChg chg="mod">
          <ac:chgData name="Franziska Schwehm" userId="S::franziska.schwehm_ph-freiburg.de#ext#@hwkfreiburgde.onmicrosoft.com::79e7a872-2523-4354-8afc-1956dbbedb59" providerId="AD" clId="Web-{AD02D089-BD3A-044D-A5AE-52C664242A34}" dt="2026-07-28T12:05:29.866" v="150" actId="14100"/>
          <ac:spMkLst>
            <pc:docMk/>
            <pc:sldMk cId="4160967553" sldId="325"/>
            <ac:spMk id="4" creationId="{B73FD01B-360A-541B-3608-CDF2B41A2E4F}"/>
          </ac:spMkLst>
        </pc:spChg>
        <pc:spChg chg="add mod">
          <ac:chgData name="Franziska Schwehm" userId="S::franziska.schwehm_ph-freiburg.de#ext#@hwkfreiburgde.onmicrosoft.com::79e7a872-2523-4354-8afc-1956dbbedb59" providerId="AD" clId="Web-{AD02D089-BD3A-044D-A5AE-52C664242A34}" dt="2026-07-28T12:23:56.297" v="318" actId="20577"/>
          <ac:spMkLst>
            <pc:docMk/>
            <pc:sldMk cId="4160967553" sldId="325"/>
            <ac:spMk id="22" creationId="{232AAAC1-221B-3D18-6554-C8994C3515EF}"/>
          </ac:spMkLst>
        </pc:spChg>
      </pc:sldChg>
      <pc:sldChg chg="modSp">
        <pc:chgData name="Franziska Schwehm" userId="S::franziska.schwehm_ph-freiburg.de#ext#@hwkfreiburgde.onmicrosoft.com::79e7a872-2523-4354-8afc-1956dbbedb59" providerId="AD" clId="Web-{AD02D089-BD3A-044D-A5AE-52C664242A34}" dt="2026-07-28T12:08:32.185" v="163" actId="1076"/>
        <pc:sldMkLst>
          <pc:docMk/>
          <pc:sldMk cId="288110971" sldId="759"/>
        </pc:sldMkLst>
        <pc:spChg chg="mod">
          <ac:chgData name="Franziska Schwehm" userId="S::franziska.schwehm_ph-freiburg.de#ext#@hwkfreiburgde.onmicrosoft.com::79e7a872-2523-4354-8afc-1956dbbedb59" providerId="AD" clId="Web-{AD02D089-BD3A-044D-A5AE-52C664242A34}" dt="2026-07-28T12:08:32.185" v="163" actId="1076"/>
          <ac:spMkLst>
            <pc:docMk/>
            <pc:sldMk cId="288110971" sldId="759"/>
            <ac:spMk id="73" creationId="{DE6089C3-5ADD-5183-EB02-69729F01FA84}"/>
          </ac:spMkLst>
        </pc:spChg>
        <pc:spChg chg="mod">
          <ac:chgData name="Franziska Schwehm" userId="S::franziska.schwehm_ph-freiburg.de#ext#@hwkfreiburgde.onmicrosoft.com::79e7a872-2523-4354-8afc-1956dbbedb59" providerId="AD" clId="Web-{AD02D089-BD3A-044D-A5AE-52C664242A34}" dt="2026-07-28T12:08:24.357" v="162" actId="1076"/>
          <ac:spMkLst>
            <pc:docMk/>
            <pc:sldMk cId="288110971" sldId="759"/>
            <ac:spMk id="74" creationId="{652C3A11-A498-BF0E-E838-B0FCCCDFB347}"/>
          </ac:spMkLst>
        </pc:spChg>
        <pc:spChg chg="mod">
          <ac:chgData name="Franziska Schwehm" userId="S::franziska.schwehm_ph-freiburg.de#ext#@hwkfreiburgde.onmicrosoft.com::79e7a872-2523-4354-8afc-1956dbbedb59" providerId="AD" clId="Web-{AD02D089-BD3A-044D-A5AE-52C664242A34}" dt="2026-07-28T12:08:21.919" v="161" actId="1076"/>
          <ac:spMkLst>
            <pc:docMk/>
            <pc:sldMk cId="288110971" sldId="759"/>
            <ac:spMk id="75" creationId="{33D566A3-84AB-D5B7-AD95-718F36E9A059}"/>
          </ac:spMkLst>
        </pc:spChg>
      </pc:sldChg>
      <pc:sldChg chg="addSp delSp modSp">
        <pc:chgData name="Franziska Schwehm" userId="S::franziska.schwehm_ph-freiburg.de#ext#@hwkfreiburgde.onmicrosoft.com::79e7a872-2523-4354-8afc-1956dbbedb59" providerId="AD" clId="Web-{AD02D089-BD3A-044D-A5AE-52C664242A34}" dt="2026-07-28T12:24:38.626" v="324"/>
        <pc:sldMkLst>
          <pc:docMk/>
          <pc:sldMk cId="3034723747" sldId="779"/>
        </pc:sldMkLst>
        <pc:spChg chg="add mod">
          <ac:chgData name="Franziska Schwehm" userId="S::franziska.schwehm_ph-freiburg.de#ext#@hwkfreiburgde.onmicrosoft.com::79e7a872-2523-4354-8afc-1956dbbedb59" providerId="AD" clId="Web-{AD02D089-BD3A-044D-A5AE-52C664242A34}" dt="2026-07-28T12:24:38.626" v="324"/>
          <ac:spMkLst>
            <pc:docMk/>
            <pc:sldMk cId="3034723747" sldId="779"/>
            <ac:spMk id="4" creationId="{BAA4B91C-5595-F26F-B1AA-C32B0340F55A}"/>
          </ac:spMkLst>
        </pc:spChg>
        <pc:spChg chg="mod">
          <ac:chgData name="Franziska Schwehm" userId="S::franziska.schwehm_ph-freiburg.de#ext#@hwkfreiburgde.onmicrosoft.com::79e7a872-2523-4354-8afc-1956dbbedb59" providerId="AD" clId="Web-{AD02D089-BD3A-044D-A5AE-52C664242A34}" dt="2026-07-28T12:12:05.740" v="218" actId="20577"/>
          <ac:spMkLst>
            <pc:docMk/>
            <pc:sldMk cId="3034723747" sldId="779"/>
            <ac:spMk id="5" creationId="{30660A7A-C331-4F54-9A49-4801D5A351AC}"/>
          </ac:spMkLst>
        </pc:spChg>
        <pc:spChg chg="mod">
          <ac:chgData name="Franziska Schwehm" userId="S::franziska.schwehm_ph-freiburg.de#ext#@hwkfreiburgde.onmicrosoft.com::79e7a872-2523-4354-8afc-1956dbbedb59" providerId="AD" clId="Web-{AD02D089-BD3A-044D-A5AE-52C664242A34}" dt="2026-07-28T12:11:40.005" v="210" actId="20577"/>
          <ac:spMkLst>
            <pc:docMk/>
            <pc:sldMk cId="3034723747" sldId="779"/>
            <ac:spMk id="16" creationId="{6D78BB79-451F-0866-6222-9B70D8E3D765}"/>
          </ac:spMkLst>
        </pc:spChg>
      </pc:sldChg>
      <pc:sldChg chg="addSp delSp modSp">
        <pc:chgData name="Franziska Schwehm" userId="S::franziska.schwehm_ph-freiburg.de#ext#@hwkfreiburgde.onmicrosoft.com::79e7a872-2523-4354-8afc-1956dbbedb59" providerId="AD" clId="Web-{AD02D089-BD3A-044D-A5AE-52C664242A34}" dt="2026-07-28T12:24:31.423" v="322"/>
        <pc:sldMkLst>
          <pc:docMk/>
          <pc:sldMk cId="3390189541" sldId="782"/>
        </pc:sldMkLst>
        <pc:spChg chg="mod">
          <ac:chgData name="Franziska Schwehm" userId="S::franziska.schwehm_ph-freiburg.de#ext#@hwkfreiburgde.onmicrosoft.com::79e7a872-2523-4354-8afc-1956dbbedb59" providerId="AD" clId="Web-{AD02D089-BD3A-044D-A5AE-52C664242A34}" dt="2026-07-28T12:11:06.003" v="209" actId="20577"/>
          <ac:spMkLst>
            <pc:docMk/>
            <pc:sldMk cId="3390189541" sldId="782"/>
            <ac:spMk id="4" creationId="{77EEB8AF-574B-DC70-27AC-B932B090B3C4}"/>
          </ac:spMkLst>
        </pc:spChg>
        <pc:spChg chg="add mod">
          <ac:chgData name="Franziska Schwehm" userId="S::franziska.schwehm_ph-freiburg.de#ext#@hwkfreiburgde.onmicrosoft.com::79e7a872-2523-4354-8afc-1956dbbedb59" providerId="AD" clId="Web-{AD02D089-BD3A-044D-A5AE-52C664242A34}" dt="2026-07-28T12:24:31.423" v="322"/>
          <ac:spMkLst>
            <pc:docMk/>
            <pc:sldMk cId="3390189541" sldId="782"/>
            <ac:spMk id="9" creationId="{E4872116-EEBA-C5F4-ED12-D4748665FADB}"/>
          </ac:spMkLst>
        </pc:spChg>
      </pc:sldChg>
      <pc:sldChg chg="addSp delSp modSp">
        <pc:chgData name="Franziska Schwehm" userId="S::franziska.schwehm_ph-freiburg.de#ext#@hwkfreiburgde.onmicrosoft.com::79e7a872-2523-4354-8afc-1956dbbedb59" providerId="AD" clId="Web-{AD02D089-BD3A-044D-A5AE-52C664242A34}" dt="2026-07-28T12:24:49.064" v="328"/>
        <pc:sldMkLst>
          <pc:docMk/>
          <pc:sldMk cId="1478955666" sldId="784"/>
        </pc:sldMkLst>
        <pc:spChg chg="add mod">
          <ac:chgData name="Franziska Schwehm" userId="S::franziska.schwehm_ph-freiburg.de#ext#@hwkfreiburgde.onmicrosoft.com::79e7a872-2523-4354-8afc-1956dbbedb59" providerId="AD" clId="Web-{AD02D089-BD3A-044D-A5AE-52C664242A34}" dt="2026-07-28T12:24:49.064" v="328"/>
          <ac:spMkLst>
            <pc:docMk/>
            <pc:sldMk cId="1478955666" sldId="784"/>
            <ac:spMk id="4" creationId="{225BDE55-6D6A-BD8D-E9DC-AECC5550BAC3}"/>
          </ac:spMkLst>
        </pc:spChg>
      </pc:sldChg>
      <pc:sldChg chg="addSp delSp modSp">
        <pc:chgData name="Franziska Schwehm" userId="S::franziska.schwehm_ph-freiburg.de#ext#@hwkfreiburgde.onmicrosoft.com::79e7a872-2523-4354-8afc-1956dbbedb59" providerId="AD" clId="Web-{AD02D089-BD3A-044D-A5AE-52C664242A34}" dt="2026-07-28T12:24:12.875" v="320"/>
        <pc:sldMkLst>
          <pc:docMk/>
          <pc:sldMk cId="4206775934" sldId="786"/>
        </pc:sldMkLst>
        <pc:spChg chg="mod">
          <ac:chgData name="Franziska Schwehm" userId="S::franziska.schwehm_ph-freiburg.de#ext#@hwkfreiburgde.onmicrosoft.com::79e7a872-2523-4354-8afc-1956dbbedb59" providerId="AD" clId="Web-{AD02D089-BD3A-044D-A5AE-52C664242A34}" dt="2026-07-28T11:47:53.844" v="27"/>
          <ac:spMkLst>
            <pc:docMk/>
            <pc:sldMk cId="4206775934" sldId="786"/>
            <ac:spMk id="4" creationId="{3A2AAED1-ED68-80A0-AE5A-2DCF8911BB74}"/>
          </ac:spMkLst>
        </pc:spChg>
        <pc:spChg chg="add mod">
          <ac:chgData name="Franziska Schwehm" userId="S::franziska.schwehm_ph-freiburg.de#ext#@hwkfreiburgde.onmicrosoft.com::79e7a872-2523-4354-8afc-1956dbbedb59" providerId="AD" clId="Web-{AD02D089-BD3A-044D-A5AE-52C664242A34}" dt="2026-07-28T12:24:12.875" v="320"/>
          <ac:spMkLst>
            <pc:docMk/>
            <pc:sldMk cId="4206775934" sldId="786"/>
            <ac:spMk id="8" creationId="{29640CCE-FEBB-BD81-3631-3B789C3AE517}"/>
          </ac:spMkLst>
        </pc:spChg>
      </pc:sldChg>
      <pc:sldChg chg="addSp delSp mod modShow">
        <pc:chgData name="Franziska Schwehm" userId="S::franziska.schwehm_ph-freiburg.de#ext#@hwkfreiburgde.onmicrosoft.com::79e7a872-2523-4354-8afc-1956dbbedb59" providerId="AD" clId="Web-{AD02D089-BD3A-044D-A5AE-52C664242A34}" dt="2026-07-28T12:06:44.150" v="157"/>
        <pc:sldMkLst>
          <pc:docMk/>
          <pc:sldMk cId="4147050870" sldId="788"/>
        </pc:sldMkLst>
      </pc:sldChg>
    </pc:docChg>
  </pc:docChgLst>
  <pc:docChgLst>
    <pc:chgData name="Mila Lamm" userId="aa8bee38-8052-4fe7-a2f6-2fd054b6513e" providerId="ADAL" clId="{65F9FF04-2F65-4D8F-8C51-A5D3A54DBC19}"/>
    <pc:docChg chg="modSld">
      <pc:chgData name="Mila Lamm" userId="aa8bee38-8052-4fe7-a2f6-2fd054b6513e" providerId="ADAL" clId="{65F9FF04-2F65-4D8F-8C51-A5D3A54DBC19}" dt="2026-07-28T08:32:27.134" v="14" actId="20577"/>
      <pc:docMkLst>
        <pc:docMk/>
      </pc:docMkLst>
      <pc:sldChg chg="modSp mod">
        <pc:chgData name="Mila Lamm" userId="aa8bee38-8052-4fe7-a2f6-2fd054b6513e" providerId="ADAL" clId="{65F9FF04-2F65-4D8F-8C51-A5D3A54DBC19}" dt="2026-07-28T08:29:18.455" v="0" actId="20577"/>
        <pc:sldMkLst>
          <pc:docMk/>
          <pc:sldMk cId="2936997597" sldId="768"/>
        </pc:sldMkLst>
        <pc:spChg chg="mod">
          <ac:chgData name="Mila Lamm" userId="aa8bee38-8052-4fe7-a2f6-2fd054b6513e" providerId="ADAL" clId="{65F9FF04-2F65-4D8F-8C51-A5D3A54DBC19}" dt="2026-07-28T08:29:18.455" v="0" actId="20577"/>
          <ac:spMkLst>
            <pc:docMk/>
            <pc:sldMk cId="2936997597" sldId="768"/>
            <ac:spMk id="4" creationId="{345004DF-CD63-A141-F2DE-E1E7FDD7E3FB}"/>
          </ac:spMkLst>
        </pc:spChg>
      </pc:sldChg>
      <pc:sldChg chg="modSp mod">
        <pc:chgData name="Mila Lamm" userId="aa8bee38-8052-4fe7-a2f6-2fd054b6513e" providerId="ADAL" clId="{65F9FF04-2F65-4D8F-8C51-A5D3A54DBC19}" dt="2026-07-28T08:32:27.134" v="14" actId="20577"/>
        <pc:sldMkLst>
          <pc:docMk/>
          <pc:sldMk cId="4147050870" sldId="788"/>
        </pc:sldMkLst>
        <pc:spChg chg="mod">
          <ac:chgData name="Mila Lamm" userId="aa8bee38-8052-4fe7-a2f6-2fd054b6513e" providerId="ADAL" clId="{65F9FF04-2F65-4D8F-8C51-A5D3A54DBC19}" dt="2026-07-28T08:32:27.134" v="14" actId="20577"/>
          <ac:spMkLst>
            <pc:docMk/>
            <pc:sldMk cId="4147050870" sldId="788"/>
            <ac:spMk id="2" creationId="{30D4A86B-3071-6015-A8F4-9AC712FC9D2E}"/>
          </ac:spMkLst>
        </pc:spChg>
        <pc:spChg chg="mod">
          <ac:chgData name="Mila Lamm" userId="aa8bee38-8052-4fe7-a2f6-2fd054b6513e" providerId="ADAL" clId="{65F9FF04-2F65-4D8F-8C51-A5D3A54DBC19}" dt="2026-07-28T08:32:01.793" v="12" actId="108"/>
          <ac:spMkLst>
            <pc:docMk/>
            <pc:sldMk cId="4147050870" sldId="788"/>
            <ac:spMk id="3" creationId="{5F005535-E63D-0194-013B-8F4FD8761396}"/>
          </ac:spMkLst>
        </pc:spChg>
      </pc:sldChg>
    </pc:docChg>
  </pc:docChgLst>
  <pc:docChgLst>
    <pc:chgData name="Judith Rudiger" userId="S::judith.rudiger_ph-freiburg.de#ext#@hwkfreiburgde.onmicrosoft.com::b281bed0-e24e-423f-b290-84992150aa5e" providerId="AD" clId="Web-{C5FBED97-E026-4B2A-BB03-DBFAF297B914}"/>
    <pc:docChg chg="modSld">
      <pc:chgData name="Judith Rudiger" userId="S::judith.rudiger_ph-freiburg.de#ext#@hwkfreiburgde.onmicrosoft.com::b281bed0-e24e-423f-b290-84992150aa5e" providerId="AD" clId="Web-{C5FBED97-E026-4B2A-BB03-DBFAF297B914}" dt="2026-07-28T09:47:50.073" v="18" actId="20577"/>
      <pc:docMkLst>
        <pc:docMk/>
      </pc:docMkLst>
      <pc:sldChg chg="modSp">
        <pc:chgData name="Judith Rudiger" userId="S::judith.rudiger_ph-freiburg.de#ext#@hwkfreiburgde.onmicrosoft.com::b281bed0-e24e-423f-b290-84992150aa5e" providerId="AD" clId="Web-{C5FBED97-E026-4B2A-BB03-DBFAF297B914}" dt="2026-07-28T09:47:50.073" v="18" actId="20577"/>
        <pc:sldMkLst>
          <pc:docMk/>
          <pc:sldMk cId="3125825813" sldId="787"/>
        </pc:sldMkLst>
        <pc:spChg chg="mod">
          <ac:chgData name="Judith Rudiger" userId="S::judith.rudiger_ph-freiburg.de#ext#@hwkfreiburgde.onmicrosoft.com::b281bed0-e24e-423f-b290-84992150aa5e" providerId="AD" clId="Web-{C5FBED97-E026-4B2A-BB03-DBFAF297B914}" dt="2026-07-28T09:47:50.073" v="18" actId="20577"/>
          <ac:spMkLst>
            <pc:docMk/>
            <pc:sldMk cId="3125825813" sldId="787"/>
            <ac:spMk id="10" creationId="{37CFA546-986A-F0B7-E1BD-C1594F10C70E}"/>
          </ac:spMkLst>
        </pc:spChg>
      </pc:sldChg>
    </pc:docChg>
  </pc:docChgLst>
  <pc:docChgLst>
    <pc:chgData name="Judith Rudiger" userId="S::judith.rudiger_ph-freiburg.de#ext#@hwkfreiburgde.onmicrosoft.com::b281bed0-e24e-423f-b290-84992150aa5e" providerId="AD" clId="Web-{B3E54714-0541-4C55-BF3D-0EDE6CD9A16D}"/>
    <pc:docChg chg="modSld">
      <pc:chgData name="Judith Rudiger" userId="S::judith.rudiger_ph-freiburg.de#ext#@hwkfreiburgde.onmicrosoft.com::b281bed0-e24e-423f-b290-84992150aa5e" providerId="AD" clId="Web-{B3E54714-0541-4C55-BF3D-0EDE6CD9A16D}" dt="2026-07-30T07:14:26.363" v="70" actId="20577"/>
      <pc:docMkLst>
        <pc:docMk/>
      </pc:docMkLst>
      <pc:sldChg chg="modSp">
        <pc:chgData name="Judith Rudiger" userId="S::judith.rudiger_ph-freiburg.de#ext#@hwkfreiburgde.onmicrosoft.com::b281bed0-e24e-423f-b290-84992150aa5e" providerId="AD" clId="Web-{B3E54714-0541-4C55-BF3D-0EDE6CD9A16D}" dt="2026-07-30T07:14:26.363" v="70" actId="20577"/>
        <pc:sldMkLst>
          <pc:docMk/>
          <pc:sldMk cId="2261669271" sldId="327"/>
        </pc:sldMkLst>
        <pc:spChg chg="mod">
          <ac:chgData name="Judith Rudiger" userId="S::judith.rudiger_ph-freiburg.de#ext#@hwkfreiburgde.onmicrosoft.com::b281bed0-e24e-423f-b290-84992150aa5e" providerId="AD" clId="Web-{B3E54714-0541-4C55-BF3D-0EDE6CD9A16D}" dt="2026-07-30T07:14:26.363" v="70" actId="20577"/>
          <ac:spMkLst>
            <pc:docMk/>
            <pc:sldMk cId="2261669271" sldId="327"/>
            <ac:spMk id="4" creationId="{2D88FF42-D954-3764-9AEC-3B6110C85C77}"/>
          </ac:spMkLst>
        </pc:spChg>
      </pc:sldChg>
      <pc:sldChg chg="modSp">
        <pc:chgData name="Judith Rudiger" userId="S::judith.rudiger_ph-freiburg.de#ext#@hwkfreiburgde.onmicrosoft.com::b281bed0-e24e-423f-b290-84992150aa5e" providerId="AD" clId="Web-{B3E54714-0541-4C55-BF3D-0EDE6CD9A16D}" dt="2026-07-30T07:12:30.120" v="36" actId="20577"/>
        <pc:sldMkLst>
          <pc:docMk/>
          <pc:sldMk cId="4206775934" sldId="786"/>
        </pc:sldMkLst>
        <pc:spChg chg="mod">
          <ac:chgData name="Judith Rudiger" userId="S::judith.rudiger_ph-freiburg.de#ext#@hwkfreiburgde.onmicrosoft.com::b281bed0-e24e-423f-b290-84992150aa5e" providerId="AD" clId="Web-{B3E54714-0541-4C55-BF3D-0EDE6CD9A16D}" dt="2026-07-30T07:12:30.120" v="36" actId="20577"/>
          <ac:spMkLst>
            <pc:docMk/>
            <pc:sldMk cId="4206775934" sldId="786"/>
            <ac:spMk id="4" creationId="{3A2AAED1-ED68-80A0-AE5A-2DCF8911BB7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C9388F14-2481-4187-B7C6-2AD5B3AA25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A38583A6-84EF-48E7-A791-4F3FB3DA5D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37FC38-EC81-4C19-96B2-E448E80F66EF}" type="datetimeFigureOut">
              <a:rPr lang="de-DE" smtClean="0"/>
              <a:t>06.10.2026</a:t>
            </a:fld>
            <a:endParaRPr lang="de-DE"/>
          </a:p>
        </p:txBody>
      </p:sp>
      <p:sp>
        <p:nvSpPr>
          <p:cNvPr id="4" name="Fußzeilenplatzhalter 3">
            <a:extLst>
              <a:ext uri="{FF2B5EF4-FFF2-40B4-BE49-F238E27FC236}">
                <a16:creationId xmlns:a16="http://schemas.microsoft.com/office/drawing/2014/main" id="{A3521102-CD58-4C28-ABA9-1F2447668A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066453A2-E1D6-4DDA-A060-E712B37192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FBFC6DC-3985-4443-8567-7EFCEEE74AB1}" type="slidenum">
              <a:rPr lang="de-DE" smtClean="0"/>
              <a:t>‹Nr.›</a:t>
            </a:fld>
            <a:endParaRPr lang="de-DE"/>
          </a:p>
        </p:txBody>
      </p:sp>
    </p:spTree>
    <p:extLst>
      <p:ext uri="{BB962C8B-B14F-4D97-AF65-F5344CB8AC3E}">
        <p14:creationId xmlns:p14="http://schemas.microsoft.com/office/powerpoint/2010/main" val="34212343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FA599-39D4-4E14-A605-7764EB34C2BA}" type="datetimeFigureOut">
              <a:rPr lang="de-DE" smtClean="0"/>
              <a:t>06.10.2026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A99130-31A0-4EA1-8C1C-96055D6D1416}" type="slidenum">
              <a:rPr lang="de-DE" smtClean="0"/>
              <a:t>‹Nr.›</a:t>
            </a:fld>
            <a:endParaRPr lang="de-DE"/>
          </a:p>
        </p:txBody>
      </p:sp>
    </p:spTree>
    <p:extLst>
      <p:ext uri="{BB962C8B-B14F-4D97-AF65-F5344CB8AC3E}">
        <p14:creationId xmlns:p14="http://schemas.microsoft.com/office/powerpoint/2010/main" val="11997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457200" lvl="1" indent="0">
              <a:buFont typeface="Courier New"/>
              <a:buNone/>
            </a:pPr>
            <a:endParaRPr lang="en-US" dirty="0">
              <a:latin typeface="Calibri"/>
              <a:ea typeface="Calibri"/>
              <a:cs typeface="Calibri"/>
            </a:endParaRPr>
          </a:p>
        </p:txBody>
      </p:sp>
      <p:sp>
        <p:nvSpPr>
          <p:cNvPr id="4" name="Foliennummernplatzhalter 3"/>
          <p:cNvSpPr>
            <a:spLocks noGrp="1"/>
          </p:cNvSpPr>
          <p:nvPr>
            <p:ph type="sldNum" sz="quarter" idx="5"/>
          </p:nvPr>
        </p:nvSpPr>
        <p:spPr/>
        <p:txBody>
          <a:bodyPr/>
          <a:lstStyle/>
          <a:p>
            <a:fld id="{96A99130-31A0-4EA1-8C1C-96055D6D1416}" type="slidenum">
              <a:rPr lang="de-DE" smtClean="0"/>
              <a:t>1</a:t>
            </a:fld>
            <a:endParaRPr lang="de-DE"/>
          </a:p>
        </p:txBody>
      </p:sp>
    </p:spTree>
    <p:extLst>
      <p:ext uri="{BB962C8B-B14F-4D97-AF65-F5344CB8AC3E}">
        <p14:creationId xmlns:p14="http://schemas.microsoft.com/office/powerpoint/2010/main" val="229735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pPr marL="457200" lvl="1" indent="0">
              <a:buFont typeface="Courier New"/>
              <a:buNone/>
            </a:pPr>
            <a:endParaRPr lang="en-US" dirty="0">
              <a:latin typeface="Calibri"/>
              <a:ea typeface="Calibri"/>
              <a:cs typeface="Calibri"/>
            </a:endParaRPr>
          </a:p>
        </p:txBody>
      </p:sp>
      <p:sp>
        <p:nvSpPr>
          <p:cNvPr id="4" name="Foliennummernplatzhalter 3"/>
          <p:cNvSpPr>
            <a:spLocks noGrp="1"/>
          </p:cNvSpPr>
          <p:nvPr>
            <p:ph type="sldNum" sz="quarter" idx="5"/>
          </p:nvPr>
        </p:nvSpPr>
        <p:spPr/>
        <p:txBody>
          <a:bodyPr/>
          <a:lstStyle/>
          <a:p>
            <a:fld id="{96A99130-31A0-4EA1-8C1C-96055D6D1416}" type="slidenum">
              <a:rPr lang="de-DE" smtClean="0"/>
              <a:t>2</a:t>
            </a:fld>
            <a:endParaRPr lang="de-DE"/>
          </a:p>
        </p:txBody>
      </p:sp>
    </p:spTree>
    <p:extLst>
      <p:ext uri="{BB962C8B-B14F-4D97-AF65-F5344CB8AC3E}">
        <p14:creationId xmlns:p14="http://schemas.microsoft.com/office/powerpoint/2010/main" val="41302383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sv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3.svg"/><Relationship Id="rId3" Type="http://schemas.openxmlformats.org/officeDocument/2006/relationships/image" Target="../media/image17.png"/><Relationship Id="rId7" Type="http://schemas.openxmlformats.org/officeDocument/2006/relationships/image" Target="../media/image2.svg"/><Relationship Id="rId12"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11" Type="http://schemas.openxmlformats.org/officeDocument/2006/relationships/image" Target="../media/image4.svg"/><Relationship Id="rId5" Type="http://schemas.openxmlformats.org/officeDocument/2006/relationships/image" Target="../media/image19.png"/><Relationship Id="rId10" Type="http://schemas.openxmlformats.org/officeDocument/2006/relationships/image" Target="../media/image3.png"/><Relationship Id="rId4" Type="http://schemas.openxmlformats.org/officeDocument/2006/relationships/image" Target="../media/image18.png"/><Relationship Id="rId9" Type="http://schemas.openxmlformats.org/officeDocument/2006/relationships/image" Target="../media/image21.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allgemein">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0" name="Rechteck 19">
            <a:extLst>
              <a:ext uri="{FF2B5EF4-FFF2-40B4-BE49-F238E27FC236}">
                <a16:creationId xmlns:a16="http://schemas.microsoft.com/office/drawing/2014/main" id="{59579FE6-0548-4AEA-B9D3-61697ED709BD}"/>
              </a:ext>
            </a:extLst>
          </p:cNvPr>
          <p:cNvSpPr/>
          <p:nvPr userDrawn="1"/>
        </p:nvSpPr>
        <p:spPr>
          <a:xfrm>
            <a:off x="609600" y="0"/>
            <a:ext cx="1252538"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Textfeld 23">
            <a:extLst>
              <a:ext uri="{FF2B5EF4-FFF2-40B4-BE49-F238E27FC236}">
                <a16:creationId xmlns:a16="http://schemas.microsoft.com/office/drawing/2014/main" id="{DCFA446A-A793-4F15-A88F-250016612E29}"/>
              </a:ext>
            </a:extLst>
          </p:cNvPr>
          <p:cNvSpPr txBox="1"/>
          <p:nvPr userDrawn="1"/>
        </p:nvSpPr>
        <p:spPr>
          <a:xfrm>
            <a:off x="480059" y="6299937"/>
            <a:ext cx="3312673" cy="307777"/>
          </a:xfrm>
          <a:prstGeom prst="rect">
            <a:avLst/>
          </a:prstGeom>
          <a:noFill/>
        </p:spPr>
        <p:txBody>
          <a:bodyPr wrap="square" rtlCol="0">
            <a:spAutoFit/>
          </a:bodyPr>
          <a:lstStyle/>
          <a:p>
            <a:r>
              <a:rPr lang="de-DE" sz="700" err="1">
                <a:solidFill>
                  <a:schemeClr val="bg1">
                    <a:lumMod val="75000"/>
                  </a:schemeClr>
                </a:solidFill>
                <a:effectLst/>
                <a:latin typeface="Open Sans Medium" pitchFamily="2" charset="0"/>
                <a:ea typeface="Open Sans Medium" pitchFamily="2" charset="0"/>
                <a:cs typeface="Open Sans Medium" pitchFamily="2" charset="0"/>
              </a:rPr>
              <a:t>learn.SHK</a:t>
            </a:r>
            <a:r>
              <a:rPr lang="de-DE" sz="700">
                <a:solidFill>
                  <a:schemeClr val="bg1">
                    <a:lumMod val="75000"/>
                  </a:schemeClr>
                </a:solidFill>
                <a:effectLst/>
                <a:latin typeface="Open Sans Medium" pitchFamily="2" charset="0"/>
                <a:ea typeface="Open Sans Medium" pitchFamily="2" charset="0"/>
                <a:cs typeface="Open Sans Medium" pitchFamily="2" charset="0"/>
              </a:rPr>
              <a:t> ist gefördert als </a:t>
            </a:r>
            <a:r>
              <a:rPr lang="de-DE" sz="700" err="1">
                <a:solidFill>
                  <a:schemeClr val="bg1">
                    <a:lumMod val="75000"/>
                  </a:schemeClr>
                </a:solidFill>
                <a:effectLst/>
                <a:latin typeface="Open Sans Medium" pitchFamily="2" charset="0"/>
                <a:ea typeface="Open Sans Medium" pitchFamily="2" charset="0"/>
                <a:cs typeface="Open Sans Medium" pitchFamily="2" charset="0"/>
              </a:rPr>
              <a:t>InnoVET</a:t>
            </a:r>
            <a:r>
              <a:rPr lang="de-DE" sz="700">
                <a:solidFill>
                  <a:schemeClr val="bg1">
                    <a:lumMod val="75000"/>
                  </a:schemeClr>
                </a:solidFill>
                <a:effectLst/>
                <a:latin typeface="Open Sans Medium" pitchFamily="2" charset="0"/>
                <a:ea typeface="Open Sans Medium" pitchFamily="2" charset="0"/>
                <a:cs typeface="Open Sans Medium" pitchFamily="2" charset="0"/>
              </a:rPr>
              <a:t> Plus-Projekt aus Mitteln des Bundesministeriums für Bildung, Familie, Senioren, Frauen und Jugend</a:t>
            </a:r>
            <a:endParaRPr lang="de-DE" sz="700">
              <a:solidFill>
                <a:schemeClr val="bg1">
                  <a:lumMod val="75000"/>
                </a:schemeClr>
              </a:solidFill>
              <a:latin typeface="Open Sans Medium" pitchFamily="2" charset="0"/>
              <a:ea typeface="Open Sans Medium" pitchFamily="2" charset="0"/>
              <a:cs typeface="Open Sans Medium" pitchFamily="2" charset="0"/>
            </a:endParaRPr>
          </a:p>
        </p:txBody>
      </p:sp>
      <p:sp>
        <p:nvSpPr>
          <p:cNvPr id="27" name="Textplatzhalter 25">
            <a:extLst>
              <a:ext uri="{FF2B5EF4-FFF2-40B4-BE49-F238E27FC236}">
                <a16:creationId xmlns:a16="http://schemas.microsoft.com/office/drawing/2014/main" id="{04CCD6DE-CC3C-4DAD-A06A-7E75465BFB09}"/>
              </a:ext>
            </a:extLst>
          </p:cNvPr>
          <p:cNvSpPr>
            <a:spLocks noGrp="1"/>
          </p:cNvSpPr>
          <p:nvPr userDrawn="1">
            <p:ph type="body" sz="quarter" idx="13" hasCustomPrompt="1"/>
          </p:nvPr>
        </p:nvSpPr>
        <p:spPr>
          <a:xfrm>
            <a:off x="480059" y="1049863"/>
            <a:ext cx="6584155" cy="2894102"/>
          </a:xfrm>
          <a:prstGeom prst="rect">
            <a:avLst/>
          </a:prstGeom>
        </p:spPr>
        <p:txBody>
          <a:bodyPr anchor="ctr"/>
          <a:lstStyle>
            <a:lvl1pPr marL="0" indent="0">
              <a:lnSpc>
                <a:spcPts val="5500"/>
              </a:lnSpc>
              <a:buNone/>
              <a:defRPr sz="4500">
                <a:solidFill>
                  <a:schemeClr val="bg1"/>
                </a:solidFill>
                <a:latin typeface="Space Grotesk SemiBold" pitchFamily="2" charset="0"/>
                <a:cs typeface="Space Grotesk SemiBold" pitchFamily="2" charset="0"/>
              </a:defRPr>
            </a:lvl1pPr>
            <a:lvl2pPr>
              <a:defRPr sz="4500"/>
            </a:lvl2pPr>
            <a:lvl3pPr>
              <a:defRPr sz="4500"/>
            </a:lvl3pPr>
            <a:lvl4pPr>
              <a:defRPr sz="4500"/>
            </a:lvl4pPr>
            <a:lvl5pPr>
              <a:defRPr sz="4500"/>
            </a:lvl5pPr>
          </a:lstStyle>
          <a:p>
            <a:pPr lvl="0"/>
            <a:r>
              <a:rPr lang="de-DE"/>
              <a:t>Überschrift ist ein bis vier Zeilen lang</a:t>
            </a:r>
          </a:p>
        </p:txBody>
      </p:sp>
      <p:sp>
        <p:nvSpPr>
          <p:cNvPr id="29" name="Textplatzhalter 28">
            <a:extLst>
              <a:ext uri="{FF2B5EF4-FFF2-40B4-BE49-F238E27FC236}">
                <a16:creationId xmlns:a16="http://schemas.microsoft.com/office/drawing/2014/main" id="{CA99627F-F60C-44FC-8DA7-C790F962B1AE}"/>
              </a:ext>
            </a:extLst>
          </p:cNvPr>
          <p:cNvSpPr>
            <a:spLocks noGrp="1"/>
          </p:cNvSpPr>
          <p:nvPr userDrawn="1">
            <p:ph type="body" sz="quarter" idx="14" hasCustomPrompt="1"/>
          </p:nvPr>
        </p:nvSpPr>
        <p:spPr>
          <a:xfrm>
            <a:off x="480059" y="4188973"/>
            <a:ext cx="3244850" cy="938214"/>
          </a:xfrm>
          <a:prstGeom prst="rect">
            <a:avLst/>
          </a:prstGeom>
        </p:spPr>
        <p:txBody>
          <a:bodyPr/>
          <a:lstStyle>
            <a:lvl1pPr marL="0" indent="0">
              <a:lnSpc>
                <a:spcPts val="2200"/>
              </a:lnSpc>
              <a:buNone/>
              <a:defRPr sz="1600">
                <a:solidFill>
                  <a:schemeClr val="bg1"/>
                </a:solidFill>
                <a:latin typeface="Open Sans SemiBold" pitchFamily="2" charset="0"/>
                <a:ea typeface="Open Sans SemiBold" pitchFamily="2" charset="0"/>
                <a:cs typeface="Open Sans SemiBold" pitchFamily="2" charset="0"/>
              </a:defRPr>
            </a:lvl1pPr>
            <a:lvl2pPr>
              <a:defRPr sz="1600">
                <a:latin typeface="Open Sans SemiBold" pitchFamily="2" charset="0"/>
                <a:ea typeface="Open Sans SemiBold" pitchFamily="2" charset="0"/>
                <a:cs typeface="Open Sans SemiBold" pitchFamily="2" charset="0"/>
              </a:defRPr>
            </a:lvl2pPr>
            <a:lvl3pPr>
              <a:defRPr sz="1600">
                <a:latin typeface="Open Sans SemiBold" pitchFamily="2" charset="0"/>
                <a:ea typeface="Open Sans SemiBold" pitchFamily="2" charset="0"/>
                <a:cs typeface="Open Sans SemiBold" pitchFamily="2" charset="0"/>
              </a:defRPr>
            </a:lvl3pPr>
            <a:lvl4pPr>
              <a:defRPr sz="1600">
                <a:latin typeface="Open Sans SemiBold" pitchFamily="2" charset="0"/>
                <a:ea typeface="Open Sans SemiBold" pitchFamily="2" charset="0"/>
                <a:cs typeface="Open Sans SemiBold" pitchFamily="2" charset="0"/>
              </a:defRPr>
            </a:lvl4pPr>
            <a:lvl5pPr>
              <a:defRPr sz="1600">
                <a:latin typeface="Open Sans SemiBold" pitchFamily="2" charset="0"/>
                <a:ea typeface="Open Sans SemiBold" pitchFamily="2" charset="0"/>
                <a:cs typeface="Open Sans SemiBold" pitchFamily="2" charset="0"/>
              </a:defRPr>
            </a:lvl5pPr>
          </a:lstStyle>
          <a:p>
            <a:pPr lvl="0"/>
            <a:r>
              <a:rPr lang="de-DE"/>
              <a:t>Vorname Nachname</a:t>
            </a:r>
            <a:br>
              <a:rPr lang="de-DE"/>
            </a:br>
            <a:r>
              <a:rPr lang="de-DE"/>
              <a:t>Name der Institution</a:t>
            </a:r>
            <a:br>
              <a:rPr lang="de-DE"/>
            </a:br>
            <a:r>
              <a:rPr lang="de-DE"/>
              <a:t>TT.MM.JJJJ</a:t>
            </a:r>
          </a:p>
        </p:txBody>
      </p:sp>
      <p:pic>
        <p:nvPicPr>
          <p:cNvPr id="12" name="Grafik 11">
            <a:extLst>
              <a:ext uri="{FF2B5EF4-FFF2-40B4-BE49-F238E27FC236}">
                <a16:creationId xmlns:a16="http://schemas.microsoft.com/office/drawing/2014/main" id="{AB25D97A-A35C-43A6-B1A7-8469F41F0CF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5643" y="114729"/>
            <a:ext cx="958057" cy="367806"/>
          </a:xfrm>
          <a:prstGeom prst="rect">
            <a:avLst/>
          </a:prstGeom>
        </p:spPr>
      </p:pic>
      <p:pic>
        <p:nvPicPr>
          <p:cNvPr id="10" name="Grafik 9">
            <a:extLst>
              <a:ext uri="{FF2B5EF4-FFF2-40B4-BE49-F238E27FC236}">
                <a16:creationId xmlns:a16="http://schemas.microsoft.com/office/drawing/2014/main" id="{91F17527-4C04-447B-A23C-CA137D212E19}"/>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3663" b="4744"/>
          <a:stretch/>
        </p:blipFill>
        <p:spPr>
          <a:xfrm>
            <a:off x="4905375" y="962027"/>
            <a:ext cx="7286625" cy="5895973"/>
          </a:xfrm>
          <a:prstGeom prst="rect">
            <a:avLst/>
          </a:prstGeom>
        </p:spPr>
      </p:pic>
    </p:spTree>
    <p:extLst>
      <p:ext uri="{BB962C8B-B14F-4D97-AF65-F5344CB8AC3E}">
        <p14:creationId xmlns:p14="http://schemas.microsoft.com/office/powerpoint/2010/main" val="4029334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HWK Freibur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7" name="Textplatzhalter 25">
            <a:extLst>
              <a:ext uri="{FF2B5EF4-FFF2-40B4-BE49-F238E27FC236}">
                <a16:creationId xmlns:a16="http://schemas.microsoft.com/office/drawing/2014/main" id="{04CCD6DE-CC3C-4DAD-A06A-7E75465BFB09}"/>
              </a:ext>
            </a:extLst>
          </p:cNvPr>
          <p:cNvSpPr>
            <a:spLocks noGrp="1"/>
          </p:cNvSpPr>
          <p:nvPr userDrawn="1">
            <p:ph type="body" sz="quarter" idx="13" hasCustomPrompt="1"/>
          </p:nvPr>
        </p:nvSpPr>
        <p:spPr>
          <a:xfrm>
            <a:off x="480059" y="1049863"/>
            <a:ext cx="6584155" cy="2894102"/>
          </a:xfrm>
          <a:prstGeom prst="rect">
            <a:avLst/>
          </a:prstGeom>
        </p:spPr>
        <p:txBody>
          <a:bodyPr anchor="ctr"/>
          <a:lstStyle>
            <a:lvl1pPr marL="0" indent="0">
              <a:lnSpc>
                <a:spcPts val="5500"/>
              </a:lnSpc>
              <a:buNone/>
              <a:defRPr sz="4500">
                <a:solidFill>
                  <a:schemeClr val="bg1"/>
                </a:solidFill>
                <a:latin typeface="Space Grotesk SemiBold" pitchFamily="2" charset="0"/>
                <a:cs typeface="Space Grotesk SemiBold" pitchFamily="2" charset="0"/>
              </a:defRPr>
            </a:lvl1pPr>
            <a:lvl2pPr>
              <a:defRPr sz="4500"/>
            </a:lvl2pPr>
            <a:lvl3pPr>
              <a:defRPr sz="4500"/>
            </a:lvl3pPr>
            <a:lvl4pPr>
              <a:defRPr sz="4500"/>
            </a:lvl4pPr>
            <a:lvl5pPr>
              <a:defRPr sz="4500"/>
            </a:lvl5pPr>
          </a:lstStyle>
          <a:p>
            <a:pPr lvl="0"/>
            <a:r>
              <a:rPr lang="de-DE"/>
              <a:t>Überschrift ist ein bis vier Zeilen lang</a:t>
            </a:r>
          </a:p>
        </p:txBody>
      </p:sp>
      <p:sp>
        <p:nvSpPr>
          <p:cNvPr id="29" name="Textplatzhalter 28">
            <a:extLst>
              <a:ext uri="{FF2B5EF4-FFF2-40B4-BE49-F238E27FC236}">
                <a16:creationId xmlns:a16="http://schemas.microsoft.com/office/drawing/2014/main" id="{CA99627F-F60C-44FC-8DA7-C790F962B1AE}"/>
              </a:ext>
            </a:extLst>
          </p:cNvPr>
          <p:cNvSpPr>
            <a:spLocks noGrp="1"/>
          </p:cNvSpPr>
          <p:nvPr userDrawn="1">
            <p:ph type="body" sz="quarter" idx="14" hasCustomPrompt="1"/>
          </p:nvPr>
        </p:nvSpPr>
        <p:spPr>
          <a:xfrm>
            <a:off x="480059" y="4188973"/>
            <a:ext cx="3244850" cy="938214"/>
          </a:xfrm>
          <a:prstGeom prst="rect">
            <a:avLst/>
          </a:prstGeom>
        </p:spPr>
        <p:txBody>
          <a:bodyPr/>
          <a:lstStyle>
            <a:lvl1pPr marL="0" indent="0">
              <a:lnSpc>
                <a:spcPts val="2200"/>
              </a:lnSpc>
              <a:buNone/>
              <a:defRPr sz="1600">
                <a:solidFill>
                  <a:schemeClr val="bg1"/>
                </a:solidFill>
                <a:latin typeface="Open Sans SemiBold" pitchFamily="2" charset="0"/>
                <a:ea typeface="Open Sans SemiBold" pitchFamily="2" charset="0"/>
                <a:cs typeface="Open Sans SemiBold" pitchFamily="2" charset="0"/>
              </a:defRPr>
            </a:lvl1pPr>
            <a:lvl2pPr>
              <a:defRPr sz="1600">
                <a:latin typeface="Open Sans SemiBold" pitchFamily="2" charset="0"/>
                <a:ea typeface="Open Sans SemiBold" pitchFamily="2" charset="0"/>
                <a:cs typeface="Open Sans SemiBold" pitchFamily="2" charset="0"/>
              </a:defRPr>
            </a:lvl2pPr>
            <a:lvl3pPr>
              <a:defRPr sz="1600">
                <a:latin typeface="Open Sans SemiBold" pitchFamily="2" charset="0"/>
                <a:ea typeface="Open Sans SemiBold" pitchFamily="2" charset="0"/>
                <a:cs typeface="Open Sans SemiBold" pitchFamily="2" charset="0"/>
              </a:defRPr>
            </a:lvl3pPr>
            <a:lvl4pPr>
              <a:defRPr sz="1600">
                <a:latin typeface="Open Sans SemiBold" pitchFamily="2" charset="0"/>
                <a:ea typeface="Open Sans SemiBold" pitchFamily="2" charset="0"/>
                <a:cs typeface="Open Sans SemiBold" pitchFamily="2" charset="0"/>
              </a:defRPr>
            </a:lvl4pPr>
            <a:lvl5pPr>
              <a:defRPr sz="1600">
                <a:latin typeface="Open Sans SemiBold" pitchFamily="2" charset="0"/>
                <a:ea typeface="Open Sans SemiBold" pitchFamily="2" charset="0"/>
                <a:cs typeface="Open Sans SemiBold" pitchFamily="2" charset="0"/>
              </a:defRPr>
            </a:lvl5pPr>
          </a:lstStyle>
          <a:p>
            <a:pPr lvl="0"/>
            <a:r>
              <a:rPr lang="de-DE"/>
              <a:t>Vorname Nachname</a:t>
            </a:r>
            <a:br>
              <a:rPr lang="de-DE"/>
            </a:br>
            <a:r>
              <a:rPr lang="de-DE"/>
              <a:t>Name der Institution</a:t>
            </a:r>
            <a:br>
              <a:rPr lang="de-DE"/>
            </a:br>
            <a:r>
              <a:rPr lang="de-DE"/>
              <a:t>TT.MM.JJJJ</a:t>
            </a:r>
          </a:p>
        </p:txBody>
      </p:sp>
      <p:pic>
        <p:nvPicPr>
          <p:cNvPr id="10" name="Grafik 9">
            <a:extLst>
              <a:ext uri="{FF2B5EF4-FFF2-40B4-BE49-F238E27FC236}">
                <a16:creationId xmlns:a16="http://schemas.microsoft.com/office/drawing/2014/main" id="{91F17527-4C04-447B-A23C-CA137D212E1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663" b="4744"/>
          <a:stretch/>
        </p:blipFill>
        <p:spPr>
          <a:xfrm>
            <a:off x="4905375" y="962027"/>
            <a:ext cx="7286625" cy="5895973"/>
          </a:xfrm>
          <a:prstGeom prst="rect">
            <a:avLst/>
          </a:prstGeom>
        </p:spPr>
      </p:pic>
      <p:grpSp>
        <p:nvGrpSpPr>
          <p:cNvPr id="2" name="Gruppieren 1">
            <a:extLst>
              <a:ext uri="{FF2B5EF4-FFF2-40B4-BE49-F238E27FC236}">
                <a16:creationId xmlns:a16="http://schemas.microsoft.com/office/drawing/2014/main" id="{EB067C88-F5FE-CA3D-BF3B-A6A7BADECE56}"/>
              </a:ext>
            </a:extLst>
          </p:cNvPr>
          <p:cNvGrpSpPr/>
          <p:nvPr userDrawn="1"/>
        </p:nvGrpSpPr>
        <p:grpSpPr>
          <a:xfrm>
            <a:off x="1890021" y="-9352"/>
            <a:ext cx="1553997" cy="576090"/>
            <a:chOff x="2471738" y="-9352"/>
            <a:chExt cx="1553997" cy="576090"/>
          </a:xfrm>
        </p:grpSpPr>
        <p:sp>
          <p:nvSpPr>
            <p:cNvPr id="3" name="Rechteck 2">
              <a:extLst>
                <a:ext uri="{FF2B5EF4-FFF2-40B4-BE49-F238E27FC236}">
                  <a16:creationId xmlns:a16="http://schemas.microsoft.com/office/drawing/2014/main" id="{4EA63CD5-D7EE-4669-3335-AB2235E10A3A}"/>
                </a:ext>
              </a:extLst>
            </p:cNvPr>
            <p:cNvSpPr/>
            <p:nvPr/>
          </p:nvSpPr>
          <p:spPr>
            <a:xfrm>
              <a:off x="2471738" y="0"/>
              <a:ext cx="1553997"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a:extLst>
                <a:ext uri="{FF2B5EF4-FFF2-40B4-BE49-F238E27FC236}">
                  <a16:creationId xmlns:a16="http://schemas.microsoft.com/office/drawing/2014/main" id="{D14143A0-C2C8-3B0E-7062-C4DB799172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1738" y="-9352"/>
              <a:ext cx="1553997" cy="569103"/>
            </a:xfrm>
            <a:prstGeom prst="rect">
              <a:avLst/>
            </a:prstGeom>
          </p:spPr>
        </p:pic>
      </p:grpSp>
      <p:grpSp>
        <p:nvGrpSpPr>
          <p:cNvPr id="5" name="Gruppieren 4">
            <a:extLst>
              <a:ext uri="{FF2B5EF4-FFF2-40B4-BE49-F238E27FC236}">
                <a16:creationId xmlns:a16="http://schemas.microsoft.com/office/drawing/2014/main" id="{1DAA1C1D-713A-FFD6-DC84-2C5539DFDD06}"/>
              </a:ext>
            </a:extLst>
          </p:cNvPr>
          <p:cNvGrpSpPr/>
          <p:nvPr userDrawn="1"/>
        </p:nvGrpSpPr>
        <p:grpSpPr>
          <a:xfrm>
            <a:off x="609600" y="0"/>
            <a:ext cx="1252538" cy="566738"/>
            <a:chOff x="609600" y="0"/>
            <a:chExt cx="1252538" cy="566738"/>
          </a:xfrm>
        </p:grpSpPr>
        <p:sp>
          <p:nvSpPr>
            <p:cNvPr id="6" name="Rechteck 5">
              <a:extLst>
                <a:ext uri="{FF2B5EF4-FFF2-40B4-BE49-F238E27FC236}">
                  <a16:creationId xmlns:a16="http://schemas.microsoft.com/office/drawing/2014/main" id="{37CAE48E-DC5B-599C-A147-1AC101D52A2A}"/>
                </a:ext>
              </a:extLst>
            </p:cNvPr>
            <p:cNvSpPr/>
            <p:nvPr/>
          </p:nvSpPr>
          <p:spPr>
            <a:xfrm>
              <a:off x="609600" y="0"/>
              <a:ext cx="1252538"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EA5F4350-EDB6-828F-D9F0-9A70A24640C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5643" y="114729"/>
              <a:ext cx="958057" cy="367806"/>
            </a:xfrm>
            <a:prstGeom prst="rect">
              <a:avLst/>
            </a:prstGeom>
          </p:spPr>
        </p:pic>
      </p:grpSp>
      <p:sp>
        <p:nvSpPr>
          <p:cNvPr id="11" name="Textfeld 10">
            <a:extLst>
              <a:ext uri="{FF2B5EF4-FFF2-40B4-BE49-F238E27FC236}">
                <a16:creationId xmlns:a16="http://schemas.microsoft.com/office/drawing/2014/main" id="{67B73AF3-53F8-E5CF-F455-C4498FFDCB14}"/>
              </a:ext>
            </a:extLst>
          </p:cNvPr>
          <p:cNvSpPr txBox="1"/>
          <p:nvPr userDrawn="1"/>
        </p:nvSpPr>
        <p:spPr>
          <a:xfrm>
            <a:off x="480059" y="6299937"/>
            <a:ext cx="3312673" cy="307777"/>
          </a:xfrm>
          <a:prstGeom prst="rect">
            <a:avLst/>
          </a:prstGeom>
          <a:noFill/>
        </p:spPr>
        <p:txBody>
          <a:bodyPr wrap="square" rtlCol="0">
            <a:spAutoFit/>
          </a:bodyPr>
          <a:lstStyle/>
          <a:p>
            <a:r>
              <a:rPr lang="de-DE" sz="700" err="1">
                <a:solidFill>
                  <a:schemeClr val="bg1">
                    <a:lumMod val="75000"/>
                  </a:schemeClr>
                </a:solidFill>
                <a:effectLst/>
                <a:latin typeface="Open Sans Medium" pitchFamily="2" charset="0"/>
                <a:ea typeface="Open Sans Medium" pitchFamily="2" charset="0"/>
                <a:cs typeface="Open Sans Medium" pitchFamily="2" charset="0"/>
              </a:rPr>
              <a:t>learn.SHK</a:t>
            </a:r>
            <a:r>
              <a:rPr lang="de-DE" sz="700">
                <a:solidFill>
                  <a:schemeClr val="bg1">
                    <a:lumMod val="75000"/>
                  </a:schemeClr>
                </a:solidFill>
                <a:effectLst/>
                <a:latin typeface="Open Sans Medium" pitchFamily="2" charset="0"/>
                <a:ea typeface="Open Sans Medium" pitchFamily="2" charset="0"/>
                <a:cs typeface="Open Sans Medium" pitchFamily="2" charset="0"/>
              </a:rPr>
              <a:t> ist gefördert als </a:t>
            </a:r>
            <a:r>
              <a:rPr lang="de-DE" sz="700" err="1">
                <a:solidFill>
                  <a:schemeClr val="bg1">
                    <a:lumMod val="75000"/>
                  </a:schemeClr>
                </a:solidFill>
                <a:effectLst/>
                <a:latin typeface="Open Sans Medium" pitchFamily="2" charset="0"/>
                <a:ea typeface="Open Sans Medium" pitchFamily="2" charset="0"/>
                <a:cs typeface="Open Sans Medium" pitchFamily="2" charset="0"/>
              </a:rPr>
              <a:t>InnoVET</a:t>
            </a:r>
            <a:r>
              <a:rPr lang="de-DE" sz="700">
                <a:solidFill>
                  <a:schemeClr val="bg1">
                    <a:lumMod val="75000"/>
                  </a:schemeClr>
                </a:solidFill>
                <a:effectLst/>
                <a:latin typeface="Open Sans Medium" pitchFamily="2" charset="0"/>
                <a:ea typeface="Open Sans Medium" pitchFamily="2" charset="0"/>
                <a:cs typeface="Open Sans Medium" pitchFamily="2" charset="0"/>
              </a:rPr>
              <a:t> Plus-Projekt aus Mitteln des Bundesministeriums für Bildung, Familie, Senioren, Frauen und Jugend</a:t>
            </a:r>
            <a:endParaRPr lang="de-DE" sz="700">
              <a:solidFill>
                <a:schemeClr val="bg1">
                  <a:lumMod val="75000"/>
                </a:schemeClr>
              </a:solidFill>
              <a:latin typeface="Open Sans Medium" pitchFamily="2" charset="0"/>
              <a:ea typeface="Open Sans Medium" pitchFamily="2" charset="0"/>
              <a:cs typeface="Open Sans Medium" pitchFamily="2" charset="0"/>
            </a:endParaRPr>
          </a:p>
        </p:txBody>
      </p:sp>
    </p:spTree>
    <p:extLst>
      <p:ext uri="{BB962C8B-B14F-4D97-AF65-F5344CB8AC3E}">
        <p14:creationId xmlns:p14="http://schemas.microsoft.com/office/powerpoint/2010/main" val="134520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H Freibur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7" name="Textplatzhalter 25">
            <a:extLst>
              <a:ext uri="{FF2B5EF4-FFF2-40B4-BE49-F238E27FC236}">
                <a16:creationId xmlns:a16="http://schemas.microsoft.com/office/drawing/2014/main" id="{04CCD6DE-CC3C-4DAD-A06A-7E75465BFB09}"/>
              </a:ext>
            </a:extLst>
          </p:cNvPr>
          <p:cNvSpPr>
            <a:spLocks noGrp="1"/>
          </p:cNvSpPr>
          <p:nvPr userDrawn="1">
            <p:ph type="body" sz="quarter" idx="13" hasCustomPrompt="1"/>
          </p:nvPr>
        </p:nvSpPr>
        <p:spPr>
          <a:xfrm>
            <a:off x="480059" y="1049863"/>
            <a:ext cx="6584155" cy="2894102"/>
          </a:xfrm>
          <a:prstGeom prst="rect">
            <a:avLst/>
          </a:prstGeom>
        </p:spPr>
        <p:txBody>
          <a:bodyPr anchor="ctr"/>
          <a:lstStyle>
            <a:lvl1pPr marL="0" indent="0">
              <a:lnSpc>
                <a:spcPts val="5500"/>
              </a:lnSpc>
              <a:buNone/>
              <a:defRPr sz="4500">
                <a:solidFill>
                  <a:schemeClr val="bg1"/>
                </a:solidFill>
                <a:latin typeface="Space Grotesk SemiBold" pitchFamily="2" charset="0"/>
                <a:cs typeface="Space Grotesk SemiBold" pitchFamily="2" charset="0"/>
              </a:defRPr>
            </a:lvl1pPr>
            <a:lvl2pPr>
              <a:defRPr sz="4500"/>
            </a:lvl2pPr>
            <a:lvl3pPr>
              <a:defRPr sz="4500"/>
            </a:lvl3pPr>
            <a:lvl4pPr>
              <a:defRPr sz="4500"/>
            </a:lvl4pPr>
            <a:lvl5pPr>
              <a:defRPr sz="4500"/>
            </a:lvl5pPr>
          </a:lstStyle>
          <a:p>
            <a:pPr lvl="0"/>
            <a:r>
              <a:rPr lang="de-DE"/>
              <a:t>Überschrift ist ein bis vier Zeilen lang</a:t>
            </a:r>
          </a:p>
        </p:txBody>
      </p:sp>
      <p:sp>
        <p:nvSpPr>
          <p:cNvPr id="29" name="Textplatzhalter 28">
            <a:extLst>
              <a:ext uri="{FF2B5EF4-FFF2-40B4-BE49-F238E27FC236}">
                <a16:creationId xmlns:a16="http://schemas.microsoft.com/office/drawing/2014/main" id="{CA99627F-F60C-44FC-8DA7-C790F962B1AE}"/>
              </a:ext>
            </a:extLst>
          </p:cNvPr>
          <p:cNvSpPr>
            <a:spLocks noGrp="1"/>
          </p:cNvSpPr>
          <p:nvPr userDrawn="1">
            <p:ph type="body" sz="quarter" idx="14" hasCustomPrompt="1"/>
          </p:nvPr>
        </p:nvSpPr>
        <p:spPr>
          <a:xfrm>
            <a:off x="480059" y="4188973"/>
            <a:ext cx="3244850" cy="938214"/>
          </a:xfrm>
          <a:prstGeom prst="rect">
            <a:avLst/>
          </a:prstGeom>
        </p:spPr>
        <p:txBody>
          <a:bodyPr/>
          <a:lstStyle>
            <a:lvl1pPr marL="0" indent="0">
              <a:lnSpc>
                <a:spcPts val="2200"/>
              </a:lnSpc>
              <a:buNone/>
              <a:defRPr sz="1600">
                <a:solidFill>
                  <a:schemeClr val="bg1"/>
                </a:solidFill>
                <a:latin typeface="Open Sans SemiBold" pitchFamily="2" charset="0"/>
                <a:ea typeface="Open Sans SemiBold" pitchFamily="2" charset="0"/>
                <a:cs typeface="Open Sans SemiBold" pitchFamily="2" charset="0"/>
              </a:defRPr>
            </a:lvl1pPr>
            <a:lvl2pPr>
              <a:defRPr sz="1600">
                <a:latin typeface="Open Sans SemiBold" pitchFamily="2" charset="0"/>
                <a:ea typeface="Open Sans SemiBold" pitchFamily="2" charset="0"/>
                <a:cs typeface="Open Sans SemiBold" pitchFamily="2" charset="0"/>
              </a:defRPr>
            </a:lvl2pPr>
            <a:lvl3pPr>
              <a:defRPr sz="1600">
                <a:latin typeface="Open Sans SemiBold" pitchFamily="2" charset="0"/>
                <a:ea typeface="Open Sans SemiBold" pitchFamily="2" charset="0"/>
                <a:cs typeface="Open Sans SemiBold" pitchFamily="2" charset="0"/>
              </a:defRPr>
            </a:lvl3pPr>
            <a:lvl4pPr>
              <a:defRPr sz="1600">
                <a:latin typeface="Open Sans SemiBold" pitchFamily="2" charset="0"/>
                <a:ea typeface="Open Sans SemiBold" pitchFamily="2" charset="0"/>
                <a:cs typeface="Open Sans SemiBold" pitchFamily="2" charset="0"/>
              </a:defRPr>
            </a:lvl4pPr>
            <a:lvl5pPr>
              <a:defRPr sz="1600">
                <a:latin typeface="Open Sans SemiBold" pitchFamily="2" charset="0"/>
                <a:ea typeface="Open Sans SemiBold" pitchFamily="2" charset="0"/>
                <a:cs typeface="Open Sans SemiBold" pitchFamily="2" charset="0"/>
              </a:defRPr>
            </a:lvl5pPr>
          </a:lstStyle>
          <a:p>
            <a:pPr lvl="0"/>
            <a:r>
              <a:rPr lang="de-DE"/>
              <a:t>Vorname Nachname</a:t>
            </a:r>
            <a:br>
              <a:rPr lang="de-DE"/>
            </a:br>
            <a:r>
              <a:rPr lang="de-DE"/>
              <a:t>Name der Institution</a:t>
            </a:r>
            <a:br>
              <a:rPr lang="de-DE"/>
            </a:br>
            <a:r>
              <a:rPr lang="de-DE"/>
              <a:t>TT.MM.JJJJ</a:t>
            </a:r>
          </a:p>
        </p:txBody>
      </p:sp>
      <p:pic>
        <p:nvPicPr>
          <p:cNvPr id="10" name="Grafik 9">
            <a:extLst>
              <a:ext uri="{FF2B5EF4-FFF2-40B4-BE49-F238E27FC236}">
                <a16:creationId xmlns:a16="http://schemas.microsoft.com/office/drawing/2014/main" id="{91F17527-4C04-447B-A23C-CA137D212E1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663" b="4744"/>
          <a:stretch/>
        </p:blipFill>
        <p:spPr>
          <a:xfrm>
            <a:off x="4905375" y="962027"/>
            <a:ext cx="7286625" cy="5895973"/>
          </a:xfrm>
          <a:prstGeom prst="rect">
            <a:avLst/>
          </a:prstGeom>
        </p:spPr>
      </p:pic>
      <p:grpSp>
        <p:nvGrpSpPr>
          <p:cNvPr id="9" name="Gruppieren 8">
            <a:extLst>
              <a:ext uri="{FF2B5EF4-FFF2-40B4-BE49-F238E27FC236}">
                <a16:creationId xmlns:a16="http://schemas.microsoft.com/office/drawing/2014/main" id="{A86660ED-2909-D072-5633-9E85656F2C31}"/>
              </a:ext>
            </a:extLst>
          </p:cNvPr>
          <p:cNvGrpSpPr/>
          <p:nvPr userDrawn="1"/>
        </p:nvGrpSpPr>
        <p:grpSpPr>
          <a:xfrm>
            <a:off x="1890020" y="0"/>
            <a:ext cx="1265929" cy="566738"/>
            <a:chOff x="1890020" y="0"/>
            <a:chExt cx="1265929" cy="566738"/>
          </a:xfrm>
        </p:grpSpPr>
        <p:sp>
          <p:nvSpPr>
            <p:cNvPr id="11" name="Rechteck 10">
              <a:extLst>
                <a:ext uri="{FF2B5EF4-FFF2-40B4-BE49-F238E27FC236}">
                  <a16:creationId xmlns:a16="http://schemas.microsoft.com/office/drawing/2014/main" id="{F6A60A41-557D-0DBD-49FD-F8D8924EEA9E}"/>
                </a:ext>
              </a:extLst>
            </p:cNvPr>
            <p:cNvSpPr/>
            <p:nvPr userDrawn="1"/>
          </p:nvSpPr>
          <p:spPr>
            <a:xfrm>
              <a:off x="1890020" y="0"/>
              <a:ext cx="1265929"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descr="Ein Bild, das Schrift, Screenshot, Grafiken, Logo enthält.&#10;&#10;KI-generierte Inhalte können fehlerhaft sein.">
              <a:extLst>
                <a:ext uri="{FF2B5EF4-FFF2-40B4-BE49-F238E27FC236}">
                  <a16:creationId xmlns:a16="http://schemas.microsoft.com/office/drawing/2014/main" id="{614EEE43-5718-002D-62C7-7837D1B098C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031308" y="47625"/>
              <a:ext cx="973111" cy="473518"/>
            </a:xfrm>
            <a:prstGeom prst="rect">
              <a:avLst/>
            </a:prstGeom>
          </p:spPr>
        </p:pic>
      </p:grpSp>
      <p:grpSp>
        <p:nvGrpSpPr>
          <p:cNvPr id="13" name="Gruppieren 12">
            <a:extLst>
              <a:ext uri="{FF2B5EF4-FFF2-40B4-BE49-F238E27FC236}">
                <a16:creationId xmlns:a16="http://schemas.microsoft.com/office/drawing/2014/main" id="{1FB4B9C6-E347-5D5A-FC38-D2EFE237E6F6}"/>
              </a:ext>
            </a:extLst>
          </p:cNvPr>
          <p:cNvGrpSpPr/>
          <p:nvPr userDrawn="1"/>
        </p:nvGrpSpPr>
        <p:grpSpPr>
          <a:xfrm>
            <a:off x="609600" y="0"/>
            <a:ext cx="1252538" cy="566738"/>
            <a:chOff x="609600" y="0"/>
            <a:chExt cx="1252538" cy="566738"/>
          </a:xfrm>
        </p:grpSpPr>
        <p:sp>
          <p:nvSpPr>
            <p:cNvPr id="14" name="Rechteck 13">
              <a:extLst>
                <a:ext uri="{FF2B5EF4-FFF2-40B4-BE49-F238E27FC236}">
                  <a16:creationId xmlns:a16="http://schemas.microsoft.com/office/drawing/2014/main" id="{22C7F8A6-96BF-16F8-FC69-1C49E92A182D}"/>
                </a:ext>
              </a:extLst>
            </p:cNvPr>
            <p:cNvSpPr/>
            <p:nvPr/>
          </p:nvSpPr>
          <p:spPr>
            <a:xfrm>
              <a:off x="609600" y="0"/>
              <a:ext cx="1252538"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a:extLst>
                <a:ext uri="{FF2B5EF4-FFF2-40B4-BE49-F238E27FC236}">
                  <a16:creationId xmlns:a16="http://schemas.microsoft.com/office/drawing/2014/main" id="{52DC3AC3-FABD-C0C6-DCEA-D1022BE1ED9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5643" y="114729"/>
              <a:ext cx="958057" cy="367806"/>
            </a:xfrm>
            <a:prstGeom prst="rect">
              <a:avLst/>
            </a:prstGeom>
          </p:spPr>
        </p:pic>
      </p:grpSp>
      <p:sp>
        <p:nvSpPr>
          <p:cNvPr id="3" name="Textfeld 2">
            <a:extLst>
              <a:ext uri="{FF2B5EF4-FFF2-40B4-BE49-F238E27FC236}">
                <a16:creationId xmlns:a16="http://schemas.microsoft.com/office/drawing/2014/main" id="{2C229627-EDD1-9162-3FC5-401680EF450C}"/>
              </a:ext>
            </a:extLst>
          </p:cNvPr>
          <p:cNvSpPr txBox="1"/>
          <p:nvPr userDrawn="1"/>
        </p:nvSpPr>
        <p:spPr>
          <a:xfrm>
            <a:off x="480059" y="6299937"/>
            <a:ext cx="3312673" cy="307777"/>
          </a:xfrm>
          <a:prstGeom prst="rect">
            <a:avLst/>
          </a:prstGeom>
          <a:noFill/>
        </p:spPr>
        <p:txBody>
          <a:bodyPr wrap="square" rtlCol="0">
            <a:spAutoFit/>
          </a:bodyPr>
          <a:lstStyle/>
          <a:p>
            <a:r>
              <a:rPr lang="de-DE" sz="700" err="1">
                <a:solidFill>
                  <a:schemeClr val="bg1">
                    <a:lumMod val="75000"/>
                  </a:schemeClr>
                </a:solidFill>
                <a:effectLst/>
                <a:latin typeface="Open Sans Medium" pitchFamily="2" charset="0"/>
                <a:ea typeface="Open Sans Medium" pitchFamily="2" charset="0"/>
                <a:cs typeface="Open Sans Medium" pitchFamily="2" charset="0"/>
              </a:rPr>
              <a:t>learn.SHK</a:t>
            </a:r>
            <a:r>
              <a:rPr lang="de-DE" sz="700">
                <a:solidFill>
                  <a:schemeClr val="bg1">
                    <a:lumMod val="75000"/>
                  </a:schemeClr>
                </a:solidFill>
                <a:effectLst/>
                <a:latin typeface="Open Sans Medium" pitchFamily="2" charset="0"/>
                <a:ea typeface="Open Sans Medium" pitchFamily="2" charset="0"/>
                <a:cs typeface="Open Sans Medium" pitchFamily="2" charset="0"/>
              </a:rPr>
              <a:t> ist gefördert als </a:t>
            </a:r>
            <a:r>
              <a:rPr lang="de-DE" sz="700" err="1">
                <a:solidFill>
                  <a:schemeClr val="bg1">
                    <a:lumMod val="75000"/>
                  </a:schemeClr>
                </a:solidFill>
                <a:effectLst/>
                <a:latin typeface="Open Sans Medium" pitchFamily="2" charset="0"/>
                <a:ea typeface="Open Sans Medium" pitchFamily="2" charset="0"/>
                <a:cs typeface="Open Sans Medium" pitchFamily="2" charset="0"/>
              </a:rPr>
              <a:t>InnoVET</a:t>
            </a:r>
            <a:r>
              <a:rPr lang="de-DE" sz="700">
                <a:solidFill>
                  <a:schemeClr val="bg1">
                    <a:lumMod val="75000"/>
                  </a:schemeClr>
                </a:solidFill>
                <a:effectLst/>
                <a:latin typeface="Open Sans Medium" pitchFamily="2" charset="0"/>
                <a:ea typeface="Open Sans Medium" pitchFamily="2" charset="0"/>
                <a:cs typeface="Open Sans Medium" pitchFamily="2" charset="0"/>
              </a:rPr>
              <a:t> Plus-Projekt aus Mitteln des Bundesministeriums für Bildung, Familie, Senioren, Frauen und Jugend</a:t>
            </a:r>
            <a:endParaRPr lang="de-DE" sz="700">
              <a:solidFill>
                <a:schemeClr val="bg1">
                  <a:lumMod val="75000"/>
                </a:schemeClr>
              </a:solidFill>
              <a:latin typeface="Open Sans Medium" pitchFamily="2" charset="0"/>
              <a:ea typeface="Open Sans Medium" pitchFamily="2" charset="0"/>
              <a:cs typeface="Open Sans Medium" pitchFamily="2" charset="0"/>
            </a:endParaRPr>
          </a:p>
        </p:txBody>
      </p:sp>
    </p:spTree>
    <p:extLst>
      <p:ext uri="{BB962C8B-B14F-4D97-AF65-F5344CB8AC3E}">
        <p14:creationId xmlns:p14="http://schemas.microsoft.com/office/powerpoint/2010/main" val="1193708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HS Offenbur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7" name="Textplatzhalter 25">
            <a:extLst>
              <a:ext uri="{FF2B5EF4-FFF2-40B4-BE49-F238E27FC236}">
                <a16:creationId xmlns:a16="http://schemas.microsoft.com/office/drawing/2014/main" id="{04CCD6DE-CC3C-4DAD-A06A-7E75465BFB09}"/>
              </a:ext>
            </a:extLst>
          </p:cNvPr>
          <p:cNvSpPr>
            <a:spLocks noGrp="1"/>
          </p:cNvSpPr>
          <p:nvPr userDrawn="1">
            <p:ph type="body" sz="quarter" idx="13" hasCustomPrompt="1"/>
          </p:nvPr>
        </p:nvSpPr>
        <p:spPr>
          <a:xfrm>
            <a:off x="480059" y="1049863"/>
            <a:ext cx="6584155" cy="2894102"/>
          </a:xfrm>
          <a:prstGeom prst="rect">
            <a:avLst/>
          </a:prstGeom>
        </p:spPr>
        <p:txBody>
          <a:bodyPr anchor="ctr"/>
          <a:lstStyle>
            <a:lvl1pPr marL="0" indent="0">
              <a:lnSpc>
                <a:spcPts val="5500"/>
              </a:lnSpc>
              <a:buNone/>
              <a:defRPr sz="4500">
                <a:solidFill>
                  <a:schemeClr val="bg1"/>
                </a:solidFill>
                <a:latin typeface="Space Grotesk SemiBold" pitchFamily="2" charset="0"/>
                <a:cs typeface="Space Grotesk SemiBold" pitchFamily="2" charset="0"/>
              </a:defRPr>
            </a:lvl1pPr>
            <a:lvl2pPr>
              <a:defRPr sz="4500"/>
            </a:lvl2pPr>
            <a:lvl3pPr>
              <a:defRPr sz="4500"/>
            </a:lvl3pPr>
            <a:lvl4pPr>
              <a:defRPr sz="4500"/>
            </a:lvl4pPr>
            <a:lvl5pPr>
              <a:defRPr sz="4500"/>
            </a:lvl5pPr>
          </a:lstStyle>
          <a:p>
            <a:pPr lvl="0"/>
            <a:r>
              <a:rPr lang="de-DE"/>
              <a:t>Überschrift ist ein bis vier Zeilen lang</a:t>
            </a:r>
          </a:p>
        </p:txBody>
      </p:sp>
      <p:sp>
        <p:nvSpPr>
          <p:cNvPr id="29" name="Textplatzhalter 28">
            <a:extLst>
              <a:ext uri="{FF2B5EF4-FFF2-40B4-BE49-F238E27FC236}">
                <a16:creationId xmlns:a16="http://schemas.microsoft.com/office/drawing/2014/main" id="{CA99627F-F60C-44FC-8DA7-C790F962B1AE}"/>
              </a:ext>
            </a:extLst>
          </p:cNvPr>
          <p:cNvSpPr>
            <a:spLocks noGrp="1"/>
          </p:cNvSpPr>
          <p:nvPr userDrawn="1">
            <p:ph type="body" sz="quarter" idx="14" hasCustomPrompt="1"/>
          </p:nvPr>
        </p:nvSpPr>
        <p:spPr>
          <a:xfrm>
            <a:off x="480059" y="4188973"/>
            <a:ext cx="3244850" cy="938214"/>
          </a:xfrm>
          <a:prstGeom prst="rect">
            <a:avLst/>
          </a:prstGeom>
        </p:spPr>
        <p:txBody>
          <a:bodyPr/>
          <a:lstStyle>
            <a:lvl1pPr marL="0" indent="0">
              <a:lnSpc>
                <a:spcPts val="2200"/>
              </a:lnSpc>
              <a:buNone/>
              <a:defRPr sz="1600">
                <a:solidFill>
                  <a:schemeClr val="bg1"/>
                </a:solidFill>
                <a:latin typeface="Open Sans SemiBold" pitchFamily="2" charset="0"/>
                <a:ea typeface="Open Sans SemiBold" pitchFamily="2" charset="0"/>
                <a:cs typeface="Open Sans SemiBold" pitchFamily="2" charset="0"/>
              </a:defRPr>
            </a:lvl1pPr>
            <a:lvl2pPr>
              <a:defRPr sz="1600">
                <a:latin typeface="Open Sans SemiBold" pitchFamily="2" charset="0"/>
                <a:ea typeface="Open Sans SemiBold" pitchFamily="2" charset="0"/>
                <a:cs typeface="Open Sans SemiBold" pitchFamily="2" charset="0"/>
              </a:defRPr>
            </a:lvl2pPr>
            <a:lvl3pPr>
              <a:defRPr sz="1600">
                <a:latin typeface="Open Sans SemiBold" pitchFamily="2" charset="0"/>
                <a:ea typeface="Open Sans SemiBold" pitchFamily="2" charset="0"/>
                <a:cs typeface="Open Sans SemiBold" pitchFamily="2" charset="0"/>
              </a:defRPr>
            </a:lvl3pPr>
            <a:lvl4pPr>
              <a:defRPr sz="1600">
                <a:latin typeface="Open Sans SemiBold" pitchFamily="2" charset="0"/>
                <a:ea typeface="Open Sans SemiBold" pitchFamily="2" charset="0"/>
                <a:cs typeface="Open Sans SemiBold" pitchFamily="2" charset="0"/>
              </a:defRPr>
            </a:lvl4pPr>
            <a:lvl5pPr>
              <a:defRPr sz="1600">
                <a:latin typeface="Open Sans SemiBold" pitchFamily="2" charset="0"/>
                <a:ea typeface="Open Sans SemiBold" pitchFamily="2" charset="0"/>
                <a:cs typeface="Open Sans SemiBold" pitchFamily="2" charset="0"/>
              </a:defRPr>
            </a:lvl5pPr>
          </a:lstStyle>
          <a:p>
            <a:pPr lvl="0"/>
            <a:r>
              <a:rPr lang="de-DE"/>
              <a:t>Vorname Nachname</a:t>
            </a:r>
            <a:br>
              <a:rPr lang="de-DE"/>
            </a:br>
            <a:r>
              <a:rPr lang="de-DE"/>
              <a:t>Name der Institution</a:t>
            </a:r>
            <a:br>
              <a:rPr lang="de-DE"/>
            </a:br>
            <a:r>
              <a:rPr lang="de-DE"/>
              <a:t>TT.MM.JJJJ</a:t>
            </a:r>
          </a:p>
        </p:txBody>
      </p:sp>
      <p:pic>
        <p:nvPicPr>
          <p:cNvPr id="10" name="Grafik 9">
            <a:extLst>
              <a:ext uri="{FF2B5EF4-FFF2-40B4-BE49-F238E27FC236}">
                <a16:creationId xmlns:a16="http://schemas.microsoft.com/office/drawing/2014/main" id="{91F17527-4C04-447B-A23C-CA137D212E1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663" b="4744"/>
          <a:stretch/>
        </p:blipFill>
        <p:spPr>
          <a:xfrm>
            <a:off x="4905375" y="962027"/>
            <a:ext cx="7286625" cy="5895973"/>
          </a:xfrm>
          <a:prstGeom prst="rect">
            <a:avLst/>
          </a:prstGeom>
        </p:spPr>
      </p:pic>
      <p:grpSp>
        <p:nvGrpSpPr>
          <p:cNvPr id="13" name="Gruppieren 12">
            <a:extLst>
              <a:ext uri="{FF2B5EF4-FFF2-40B4-BE49-F238E27FC236}">
                <a16:creationId xmlns:a16="http://schemas.microsoft.com/office/drawing/2014/main" id="{1FB4B9C6-E347-5D5A-FC38-D2EFE237E6F6}"/>
              </a:ext>
            </a:extLst>
          </p:cNvPr>
          <p:cNvGrpSpPr/>
          <p:nvPr userDrawn="1"/>
        </p:nvGrpSpPr>
        <p:grpSpPr>
          <a:xfrm>
            <a:off x="609600" y="0"/>
            <a:ext cx="1252538" cy="566738"/>
            <a:chOff x="609600" y="0"/>
            <a:chExt cx="1252538" cy="566738"/>
          </a:xfrm>
        </p:grpSpPr>
        <p:sp>
          <p:nvSpPr>
            <p:cNvPr id="14" name="Rechteck 13">
              <a:extLst>
                <a:ext uri="{FF2B5EF4-FFF2-40B4-BE49-F238E27FC236}">
                  <a16:creationId xmlns:a16="http://schemas.microsoft.com/office/drawing/2014/main" id="{22C7F8A6-96BF-16F8-FC69-1C49E92A182D}"/>
                </a:ext>
              </a:extLst>
            </p:cNvPr>
            <p:cNvSpPr/>
            <p:nvPr/>
          </p:nvSpPr>
          <p:spPr>
            <a:xfrm>
              <a:off x="609600" y="0"/>
              <a:ext cx="1252538"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a:extLst>
                <a:ext uri="{FF2B5EF4-FFF2-40B4-BE49-F238E27FC236}">
                  <a16:creationId xmlns:a16="http://schemas.microsoft.com/office/drawing/2014/main" id="{52DC3AC3-FABD-C0C6-DCEA-D1022BE1ED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5643" y="114729"/>
              <a:ext cx="958057" cy="367806"/>
            </a:xfrm>
            <a:prstGeom prst="rect">
              <a:avLst/>
            </a:prstGeom>
          </p:spPr>
        </p:pic>
      </p:grpSp>
      <p:grpSp>
        <p:nvGrpSpPr>
          <p:cNvPr id="2" name="Gruppieren 1">
            <a:extLst>
              <a:ext uri="{FF2B5EF4-FFF2-40B4-BE49-F238E27FC236}">
                <a16:creationId xmlns:a16="http://schemas.microsoft.com/office/drawing/2014/main" id="{FA0879DD-B20E-6FA0-74FE-C63F82E63997}"/>
              </a:ext>
            </a:extLst>
          </p:cNvPr>
          <p:cNvGrpSpPr/>
          <p:nvPr userDrawn="1"/>
        </p:nvGrpSpPr>
        <p:grpSpPr>
          <a:xfrm>
            <a:off x="1890021" y="0"/>
            <a:ext cx="1082993" cy="566738"/>
            <a:chOff x="1890021" y="0"/>
            <a:chExt cx="1082993" cy="566738"/>
          </a:xfrm>
        </p:grpSpPr>
        <p:sp>
          <p:nvSpPr>
            <p:cNvPr id="3" name="Rechteck 2">
              <a:extLst>
                <a:ext uri="{FF2B5EF4-FFF2-40B4-BE49-F238E27FC236}">
                  <a16:creationId xmlns:a16="http://schemas.microsoft.com/office/drawing/2014/main" id="{D3BF7AE9-A4F0-9282-5FE2-3B1E8C9B0276}"/>
                </a:ext>
              </a:extLst>
            </p:cNvPr>
            <p:cNvSpPr/>
            <p:nvPr/>
          </p:nvSpPr>
          <p:spPr>
            <a:xfrm>
              <a:off x="1890021" y="0"/>
              <a:ext cx="1082993"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hrift, Grafiken, Screenshot, Grafikdesign enthält.&#10;&#10;KI-generierte Inhalte können fehlerhaft sein.">
              <a:extLst>
                <a:ext uri="{FF2B5EF4-FFF2-40B4-BE49-F238E27FC236}">
                  <a16:creationId xmlns:a16="http://schemas.microsoft.com/office/drawing/2014/main" id="{0E8BA2A3-98CF-DFDD-DB66-2082A02D1E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73795" y="135581"/>
              <a:ext cx="704728" cy="295575"/>
            </a:xfrm>
            <a:prstGeom prst="rect">
              <a:avLst/>
            </a:prstGeom>
          </p:spPr>
        </p:pic>
      </p:grpSp>
      <p:sp>
        <p:nvSpPr>
          <p:cNvPr id="6" name="Textfeld 5">
            <a:extLst>
              <a:ext uri="{FF2B5EF4-FFF2-40B4-BE49-F238E27FC236}">
                <a16:creationId xmlns:a16="http://schemas.microsoft.com/office/drawing/2014/main" id="{FE52112B-6C24-35FB-8BE8-E44AE217E69A}"/>
              </a:ext>
            </a:extLst>
          </p:cNvPr>
          <p:cNvSpPr txBox="1"/>
          <p:nvPr userDrawn="1"/>
        </p:nvSpPr>
        <p:spPr>
          <a:xfrm>
            <a:off x="480059" y="6299937"/>
            <a:ext cx="3312673" cy="307777"/>
          </a:xfrm>
          <a:prstGeom prst="rect">
            <a:avLst/>
          </a:prstGeom>
          <a:noFill/>
        </p:spPr>
        <p:txBody>
          <a:bodyPr wrap="square" rtlCol="0">
            <a:spAutoFit/>
          </a:bodyPr>
          <a:lstStyle/>
          <a:p>
            <a:r>
              <a:rPr lang="de-DE" sz="700" err="1">
                <a:solidFill>
                  <a:schemeClr val="bg1">
                    <a:lumMod val="75000"/>
                  </a:schemeClr>
                </a:solidFill>
                <a:effectLst/>
                <a:latin typeface="Open Sans Medium" pitchFamily="2" charset="0"/>
                <a:ea typeface="Open Sans Medium" pitchFamily="2" charset="0"/>
                <a:cs typeface="Open Sans Medium" pitchFamily="2" charset="0"/>
              </a:rPr>
              <a:t>learn.SHK</a:t>
            </a:r>
            <a:r>
              <a:rPr lang="de-DE" sz="700">
                <a:solidFill>
                  <a:schemeClr val="bg1">
                    <a:lumMod val="75000"/>
                  </a:schemeClr>
                </a:solidFill>
                <a:effectLst/>
                <a:latin typeface="Open Sans Medium" pitchFamily="2" charset="0"/>
                <a:ea typeface="Open Sans Medium" pitchFamily="2" charset="0"/>
                <a:cs typeface="Open Sans Medium" pitchFamily="2" charset="0"/>
              </a:rPr>
              <a:t> ist gefördert als </a:t>
            </a:r>
            <a:r>
              <a:rPr lang="de-DE" sz="700" err="1">
                <a:solidFill>
                  <a:schemeClr val="bg1">
                    <a:lumMod val="75000"/>
                  </a:schemeClr>
                </a:solidFill>
                <a:effectLst/>
                <a:latin typeface="Open Sans Medium" pitchFamily="2" charset="0"/>
                <a:ea typeface="Open Sans Medium" pitchFamily="2" charset="0"/>
                <a:cs typeface="Open Sans Medium" pitchFamily="2" charset="0"/>
              </a:rPr>
              <a:t>InnoVET</a:t>
            </a:r>
            <a:r>
              <a:rPr lang="de-DE" sz="700">
                <a:solidFill>
                  <a:schemeClr val="bg1">
                    <a:lumMod val="75000"/>
                  </a:schemeClr>
                </a:solidFill>
                <a:effectLst/>
                <a:latin typeface="Open Sans Medium" pitchFamily="2" charset="0"/>
                <a:ea typeface="Open Sans Medium" pitchFamily="2" charset="0"/>
                <a:cs typeface="Open Sans Medium" pitchFamily="2" charset="0"/>
              </a:rPr>
              <a:t> Plus-Projekt aus Mitteln des Bundesministeriums für Bildung, Familie, Senioren, Frauen und Jugend</a:t>
            </a:r>
            <a:endParaRPr lang="de-DE" sz="700">
              <a:solidFill>
                <a:schemeClr val="bg1">
                  <a:lumMod val="75000"/>
                </a:schemeClr>
              </a:solidFill>
              <a:latin typeface="Open Sans Medium" pitchFamily="2" charset="0"/>
              <a:ea typeface="Open Sans Medium" pitchFamily="2" charset="0"/>
              <a:cs typeface="Open Sans Medium" pitchFamily="2" charset="0"/>
            </a:endParaRPr>
          </a:p>
        </p:txBody>
      </p:sp>
    </p:spTree>
    <p:extLst>
      <p:ext uri="{BB962C8B-B14F-4D97-AF65-F5344CB8AC3E}">
        <p14:creationId xmlns:p14="http://schemas.microsoft.com/office/powerpoint/2010/main" val="2291421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Fraunhofer IS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7" name="Textplatzhalter 25">
            <a:extLst>
              <a:ext uri="{FF2B5EF4-FFF2-40B4-BE49-F238E27FC236}">
                <a16:creationId xmlns:a16="http://schemas.microsoft.com/office/drawing/2014/main" id="{04CCD6DE-CC3C-4DAD-A06A-7E75465BFB09}"/>
              </a:ext>
            </a:extLst>
          </p:cNvPr>
          <p:cNvSpPr>
            <a:spLocks noGrp="1"/>
          </p:cNvSpPr>
          <p:nvPr userDrawn="1">
            <p:ph type="body" sz="quarter" idx="13" hasCustomPrompt="1"/>
          </p:nvPr>
        </p:nvSpPr>
        <p:spPr>
          <a:xfrm>
            <a:off x="480059" y="1049863"/>
            <a:ext cx="6584155" cy="2894102"/>
          </a:xfrm>
          <a:prstGeom prst="rect">
            <a:avLst/>
          </a:prstGeom>
        </p:spPr>
        <p:txBody>
          <a:bodyPr anchor="ctr"/>
          <a:lstStyle>
            <a:lvl1pPr marL="0" indent="0">
              <a:lnSpc>
                <a:spcPts val="5500"/>
              </a:lnSpc>
              <a:buNone/>
              <a:defRPr sz="4500">
                <a:solidFill>
                  <a:schemeClr val="bg1"/>
                </a:solidFill>
                <a:latin typeface="Space Grotesk SemiBold" pitchFamily="2" charset="0"/>
                <a:cs typeface="Space Grotesk SemiBold" pitchFamily="2" charset="0"/>
              </a:defRPr>
            </a:lvl1pPr>
            <a:lvl2pPr>
              <a:defRPr sz="4500"/>
            </a:lvl2pPr>
            <a:lvl3pPr>
              <a:defRPr sz="4500"/>
            </a:lvl3pPr>
            <a:lvl4pPr>
              <a:defRPr sz="4500"/>
            </a:lvl4pPr>
            <a:lvl5pPr>
              <a:defRPr sz="4500"/>
            </a:lvl5pPr>
          </a:lstStyle>
          <a:p>
            <a:pPr lvl="0"/>
            <a:r>
              <a:rPr lang="de-DE"/>
              <a:t>Überschrift ist ein bis vier Zeilen lang</a:t>
            </a:r>
          </a:p>
        </p:txBody>
      </p:sp>
      <p:sp>
        <p:nvSpPr>
          <p:cNvPr id="29" name="Textplatzhalter 28">
            <a:extLst>
              <a:ext uri="{FF2B5EF4-FFF2-40B4-BE49-F238E27FC236}">
                <a16:creationId xmlns:a16="http://schemas.microsoft.com/office/drawing/2014/main" id="{CA99627F-F60C-44FC-8DA7-C790F962B1AE}"/>
              </a:ext>
            </a:extLst>
          </p:cNvPr>
          <p:cNvSpPr>
            <a:spLocks noGrp="1"/>
          </p:cNvSpPr>
          <p:nvPr userDrawn="1">
            <p:ph type="body" sz="quarter" idx="14" hasCustomPrompt="1"/>
          </p:nvPr>
        </p:nvSpPr>
        <p:spPr>
          <a:xfrm>
            <a:off x="480059" y="4188973"/>
            <a:ext cx="3244850" cy="938214"/>
          </a:xfrm>
          <a:prstGeom prst="rect">
            <a:avLst/>
          </a:prstGeom>
        </p:spPr>
        <p:txBody>
          <a:bodyPr/>
          <a:lstStyle>
            <a:lvl1pPr marL="0" indent="0">
              <a:lnSpc>
                <a:spcPts val="2200"/>
              </a:lnSpc>
              <a:buNone/>
              <a:defRPr sz="1600">
                <a:solidFill>
                  <a:schemeClr val="bg1"/>
                </a:solidFill>
                <a:latin typeface="Open Sans SemiBold" pitchFamily="2" charset="0"/>
                <a:ea typeface="Open Sans SemiBold" pitchFamily="2" charset="0"/>
                <a:cs typeface="Open Sans SemiBold" pitchFamily="2" charset="0"/>
              </a:defRPr>
            </a:lvl1pPr>
            <a:lvl2pPr>
              <a:defRPr sz="1600">
                <a:latin typeface="Open Sans SemiBold" pitchFamily="2" charset="0"/>
                <a:ea typeface="Open Sans SemiBold" pitchFamily="2" charset="0"/>
                <a:cs typeface="Open Sans SemiBold" pitchFamily="2" charset="0"/>
              </a:defRPr>
            </a:lvl2pPr>
            <a:lvl3pPr>
              <a:defRPr sz="1600">
                <a:latin typeface="Open Sans SemiBold" pitchFamily="2" charset="0"/>
                <a:ea typeface="Open Sans SemiBold" pitchFamily="2" charset="0"/>
                <a:cs typeface="Open Sans SemiBold" pitchFamily="2" charset="0"/>
              </a:defRPr>
            </a:lvl3pPr>
            <a:lvl4pPr>
              <a:defRPr sz="1600">
                <a:latin typeface="Open Sans SemiBold" pitchFamily="2" charset="0"/>
                <a:ea typeface="Open Sans SemiBold" pitchFamily="2" charset="0"/>
                <a:cs typeface="Open Sans SemiBold" pitchFamily="2" charset="0"/>
              </a:defRPr>
            </a:lvl4pPr>
            <a:lvl5pPr>
              <a:defRPr sz="1600">
                <a:latin typeface="Open Sans SemiBold" pitchFamily="2" charset="0"/>
                <a:ea typeface="Open Sans SemiBold" pitchFamily="2" charset="0"/>
                <a:cs typeface="Open Sans SemiBold" pitchFamily="2" charset="0"/>
              </a:defRPr>
            </a:lvl5pPr>
          </a:lstStyle>
          <a:p>
            <a:pPr lvl="0"/>
            <a:r>
              <a:rPr lang="de-DE"/>
              <a:t>Vorname Nachname</a:t>
            </a:r>
            <a:br>
              <a:rPr lang="de-DE"/>
            </a:br>
            <a:r>
              <a:rPr lang="de-DE"/>
              <a:t>Name der Institution</a:t>
            </a:r>
            <a:br>
              <a:rPr lang="de-DE"/>
            </a:br>
            <a:r>
              <a:rPr lang="de-DE"/>
              <a:t>TT.MM.JJJJ</a:t>
            </a:r>
          </a:p>
        </p:txBody>
      </p:sp>
      <p:pic>
        <p:nvPicPr>
          <p:cNvPr id="10" name="Grafik 9">
            <a:extLst>
              <a:ext uri="{FF2B5EF4-FFF2-40B4-BE49-F238E27FC236}">
                <a16:creationId xmlns:a16="http://schemas.microsoft.com/office/drawing/2014/main" id="{91F17527-4C04-447B-A23C-CA137D212E1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663" b="4744"/>
          <a:stretch/>
        </p:blipFill>
        <p:spPr>
          <a:xfrm>
            <a:off x="4905375" y="962027"/>
            <a:ext cx="7286625" cy="5895973"/>
          </a:xfrm>
          <a:prstGeom prst="rect">
            <a:avLst/>
          </a:prstGeom>
        </p:spPr>
      </p:pic>
      <p:grpSp>
        <p:nvGrpSpPr>
          <p:cNvPr id="13" name="Gruppieren 12">
            <a:extLst>
              <a:ext uri="{FF2B5EF4-FFF2-40B4-BE49-F238E27FC236}">
                <a16:creationId xmlns:a16="http://schemas.microsoft.com/office/drawing/2014/main" id="{1FB4B9C6-E347-5D5A-FC38-D2EFE237E6F6}"/>
              </a:ext>
            </a:extLst>
          </p:cNvPr>
          <p:cNvGrpSpPr/>
          <p:nvPr userDrawn="1"/>
        </p:nvGrpSpPr>
        <p:grpSpPr>
          <a:xfrm>
            <a:off x="609600" y="0"/>
            <a:ext cx="1252538" cy="566738"/>
            <a:chOff x="609600" y="0"/>
            <a:chExt cx="1252538" cy="566738"/>
          </a:xfrm>
        </p:grpSpPr>
        <p:sp>
          <p:nvSpPr>
            <p:cNvPr id="14" name="Rechteck 13">
              <a:extLst>
                <a:ext uri="{FF2B5EF4-FFF2-40B4-BE49-F238E27FC236}">
                  <a16:creationId xmlns:a16="http://schemas.microsoft.com/office/drawing/2014/main" id="{22C7F8A6-96BF-16F8-FC69-1C49E92A182D}"/>
                </a:ext>
              </a:extLst>
            </p:cNvPr>
            <p:cNvSpPr/>
            <p:nvPr/>
          </p:nvSpPr>
          <p:spPr>
            <a:xfrm>
              <a:off x="609600" y="0"/>
              <a:ext cx="1252538"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a:extLst>
                <a:ext uri="{FF2B5EF4-FFF2-40B4-BE49-F238E27FC236}">
                  <a16:creationId xmlns:a16="http://schemas.microsoft.com/office/drawing/2014/main" id="{52DC3AC3-FABD-C0C6-DCEA-D1022BE1ED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5643" y="114729"/>
              <a:ext cx="958057" cy="367806"/>
            </a:xfrm>
            <a:prstGeom prst="rect">
              <a:avLst/>
            </a:prstGeom>
          </p:spPr>
        </p:pic>
      </p:grpSp>
      <p:grpSp>
        <p:nvGrpSpPr>
          <p:cNvPr id="5" name="Gruppieren 4">
            <a:extLst>
              <a:ext uri="{FF2B5EF4-FFF2-40B4-BE49-F238E27FC236}">
                <a16:creationId xmlns:a16="http://schemas.microsoft.com/office/drawing/2014/main" id="{539D4A09-ED0A-0D6A-6E62-E50AB4F7B950}"/>
              </a:ext>
            </a:extLst>
          </p:cNvPr>
          <p:cNvGrpSpPr/>
          <p:nvPr userDrawn="1"/>
        </p:nvGrpSpPr>
        <p:grpSpPr>
          <a:xfrm>
            <a:off x="1890021" y="0"/>
            <a:ext cx="1327157" cy="566738"/>
            <a:chOff x="1890021" y="0"/>
            <a:chExt cx="1327157" cy="566738"/>
          </a:xfrm>
        </p:grpSpPr>
        <p:sp>
          <p:nvSpPr>
            <p:cNvPr id="6" name="Rechteck 5">
              <a:extLst>
                <a:ext uri="{FF2B5EF4-FFF2-40B4-BE49-F238E27FC236}">
                  <a16:creationId xmlns:a16="http://schemas.microsoft.com/office/drawing/2014/main" id="{4DFCC17A-C305-E628-419A-8E64ADEEC62E}"/>
                </a:ext>
              </a:extLst>
            </p:cNvPr>
            <p:cNvSpPr/>
            <p:nvPr userDrawn="1"/>
          </p:nvSpPr>
          <p:spPr>
            <a:xfrm>
              <a:off x="1890021" y="0"/>
              <a:ext cx="1327157" cy="566738"/>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Grafiken, Grafikdesign, Grün enthält.&#10;&#10;KI-generierte Inhalte können fehlerhaft sein.">
              <a:extLst>
                <a:ext uri="{FF2B5EF4-FFF2-40B4-BE49-F238E27FC236}">
                  <a16:creationId xmlns:a16="http://schemas.microsoft.com/office/drawing/2014/main" id="{AF055E79-85B2-CC42-5801-2FA5D1FED245}"/>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080744" y="179469"/>
              <a:ext cx="930904" cy="247230"/>
            </a:xfrm>
            <a:prstGeom prst="rect">
              <a:avLst/>
            </a:prstGeom>
          </p:spPr>
        </p:pic>
      </p:grpSp>
      <p:sp>
        <p:nvSpPr>
          <p:cNvPr id="3" name="Textfeld 2">
            <a:extLst>
              <a:ext uri="{FF2B5EF4-FFF2-40B4-BE49-F238E27FC236}">
                <a16:creationId xmlns:a16="http://schemas.microsoft.com/office/drawing/2014/main" id="{CC41FBDE-A155-314B-EE77-34525654ED10}"/>
              </a:ext>
            </a:extLst>
          </p:cNvPr>
          <p:cNvSpPr txBox="1"/>
          <p:nvPr userDrawn="1"/>
        </p:nvSpPr>
        <p:spPr>
          <a:xfrm>
            <a:off x="480059" y="6299937"/>
            <a:ext cx="3312673" cy="307777"/>
          </a:xfrm>
          <a:prstGeom prst="rect">
            <a:avLst/>
          </a:prstGeom>
          <a:noFill/>
        </p:spPr>
        <p:txBody>
          <a:bodyPr wrap="square" rtlCol="0">
            <a:spAutoFit/>
          </a:bodyPr>
          <a:lstStyle/>
          <a:p>
            <a:r>
              <a:rPr lang="de-DE" sz="700" err="1">
                <a:solidFill>
                  <a:schemeClr val="bg1">
                    <a:lumMod val="75000"/>
                  </a:schemeClr>
                </a:solidFill>
                <a:effectLst/>
                <a:latin typeface="Open Sans Medium" pitchFamily="2" charset="0"/>
                <a:ea typeface="Open Sans Medium" pitchFamily="2" charset="0"/>
                <a:cs typeface="Open Sans Medium" pitchFamily="2" charset="0"/>
              </a:rPr>
              <a:t>learn.SHK</a:t>
            </a:r>
            <a:r>
              <a:rPr lang="de-DE" sz="700">
                <a:solidFill>
                  <a:schemeClr val="bg1">
                    <a:lumMod val="75000"/>
                  </a:schemeClr>
                </a:solidFill>
                <a:effectLst/>
                <a:latin typeface="Open Sans Medium" pitchFamily="2" charset="0"/>
                <a:ea typeface="Open Sans Medium" pitchFamily="2" charset="0"/>
                <a:cs typeface="Open Sans Medium" pitchFamily="2" charset="0"/>
              </a:rPr>
              <a:t> ist gefördert als </a:t>
            </a:r>
            <a:r>
              <a:rPr lang="de-DE" sz="700" err="1">
                <a:solidFill>
                  <a:schemeClr val="bg1">
                    <a:lumMod val="75000"/>
                  </a:schemeClr>
                </a:solidFill>
                <a:effectLst/>
                <a:latin typeface="Open Sans Medium" pitchFamily="2" charset="0"/>
                <a:ea typeface="Open Sans Medium" pitchFamily="2" charset="0"/>
                <a:cs typeface="Open Sans Medium" pitchFamily="2" charset="0"/>
              </a:rPr>
              <a:t>InnoVET</a:t>
            </a:r>
            <a:r>
              <a:rPr lang="de-DE" sz="700">
                <a:solidFill>
                  <a:schemeClr val="bg1">
                    <a:lumMod val="75000"/>
                  </a:schemeClr>
                </a:solidFill>
                <a:effectLst/>
                <a:latin typeface="Open Sans Medium" pitchFamily="2" charset="0"/>
                <a:ea typeface="Open Sans Medium" pitchFamily="2" charset="0"/>
                <a:cs typeface="Open Sans Medium" pitchFamily="2" charset="0"/>
              </a:rPr>
              <a:t> Plus-Projekt aus Mitteln des Bundesministeriums für Bildung, Familie, Senioren, Frauen und Jugend</a:t>
            </a:r>
            <a:endParaRPr lang="de-DE" sz="700">
              <a:solidFill>
                <a:schemeClr val="bg1">
                  <a:lumMod val="75000"/>
                </a:schemeClr>
              </a:solidFill>
              <a:latin typeface="Open Sans Medium" pitchFamily="2" charset="0"/>
              <a:ea typeface="Open Sans Medium" pitchFamily="2" charset="0"/>
              <a:cs typeface="Open Sans Medium" pitchFamily="2" charset="0"/>
            </a:endParaRPr>
          </a:p>
        </p:txBody>
      </p:sp>
    </p:spTree>
    <p:extLst>
      <p:ext uri="{BB962C8B-B14F-4D97-AF65-F5344CB8AC3E}">
        <p14:creationId xmlns:p14="http://schemas.microsoft.com/office/powerpoint/2010/main" val="393258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2" name="Grafik 31">
            <a:extLst>
              <a:ext uri="{FF2B5EF4-FFF2-40B4-BE49-F238E27FC236}">
                <a16:creationId xmlns:a16="http://schemas.microsoft.com/office/drawing/2014/main" id="{E24264A5-503E-430D-8C52-8529B64D21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36604" y="-1560888"/>
            <a:ext cx="11084241" cy="9586932"/>
          </a:xfrm>
          <a:prstGeom prst="rect">
            <a:avLst/>
          </a:prstGeom>
        </p:spPr>
      </p:pic>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Agenda</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720423"/>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01</a:t>
            </a:r>
          </a:p>
        </p:txBody>
      </p:sp>
      <p:sp>
        <p:nvSpPr>
          <p:cNvPr id="8" name="Textplatzhalter 4">
            <a:extLst>
              <a:ext uri="{FF2B5EF4-FFF2-40B4-BE49-F238E27FC236}">
                <a16:creationId xmlns:a16="http://schemas.microsoft.com/office/drawing/2014/main" id="{89C155A3-FDBC-4666-A470-75BB7C656311}"/>
              </a:ext>
            </a:extLst>
          </p:cNvPr>
          <p:cNvSpPr>
            <a:spLocks noGrp="1"/>
          </p:cNvSpPr>
          <p:nvPr>
            <p:ph type="body" sz="quarter" idx="12" hasCustomPrompt="1"/>
          </p:nvPr>
        </p:nvSpPr>
        <p:spPr>
          <a:xfrm>
            <a:off x="2926080" y="1720422"/>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02</a:t>
            </a:r>
          </a:p>
        </p:txBody>
      </p:sp>
      <p:sp>
        <p:nvSpPr>
          <p:cNvPr id="9" name="Textplatzhalter 4">
            <a:extLst>
              <a:ext uri="{FF2B5EF4-FFF2-40B4-BE49-F238E27FC236}">
                <a16:creationId xmlns:a16="http://schemas.microsoft.com/office/drawing/2014/main" id="{70A09899-BA4D-4099-B156-B4BF11E8D396}"/>
              </a:ext>
            </a:extLst>
          </p:cNvPr>
          <p:cNvSpPr>
            <a:spLocks noGrp="1"/>
          </p:cNvSpPr>
          <p:nvPr>
            <p:ph type="body" sz="quarter" idx="13" hasCustomPrompt="1"/>
          </p:nvPr>
        </p:nvSpPr>
        <p:spPr>
          <a:xfrm>
            <a:off x="5372100" y="1720421"/>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03</a:t>
            </a:r>
          </a:p>
        </p:txBody>
      </p:sp>
      <p:sp>
        <p:nvSpPr>
          <p:cNvPr id="10" name="Textplatzhalter 4">
            <a:extLst>
              <a:ext uri="{FF2B5EF4-FFF2-40B4-BE49-F238E27FC236}">
                <a16:creationId xmlns:a16="http://schemas.microsoft.com/office/drawing/2014/main" id="{0076BB29-4559-469D-BBC8-13BF7FA46A23}"/>
              </a:ext>
            </a:extLst>
          </p:cNvPr>
          <p:cNvSpPr>
            <a:spLocks noGrp="1"/>
          </p:cNvSpPr>
          <p:nvPr>
            <p:ph type="body" sz="quarter" idx="14" hasCustomPrompt="1"/>
          </p:nvPr>
        </p:nvSpPr>
        <p:spPr>
          <a:xfrm>
            <a:off x="7818120" y="1720420"/>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04</a:t>
            </a:r>
          </a:p>
        </p:txBody>
      </p:sp>
      <p:sp>
        <p:nvSpPr>
          <p:cNvPr id="16" name="Textplatzhalter 4">
            <a:extLst>
              <a:ext uri="{FF2B5EF4-FFF2-40B4-BE49-F238E27FC236}">
                <a16:creationId xmlns:a16="http://schemas.microsoft.com/office/drawing/2014/main" id="{A7515C1F-61FE-4527-ADC8-586A5526BE74}"/>
              </a:ext>
            </a:extLst>
          </p:cNvPr>
          <p:cNvSpPr>
            <a:spLocks noGrp="1"/>
          </p:cNvSpPr>
          <p:nvPr>
            <p:ph type="body" sz="quarter" idx="19" hasCustomPrompt="1"/>
          </p:nvPr>
        </p:nvSpPr>
        <p:spPr>
          <a:xfrm>
            <a:off x="480060" y="3625423"/>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05</a:t>
            </a:r>
          </a:p>
        </p:txBody>
      </p:sp>
      <p:sp>
        <p:nvSpPr>
          <p:cNvPr id="17" name="Textplatzhalter 4">
            <a:extLst>
              <a:ext uri="{FF2B5EF4-FFF2-40B4-BE49-F238E27FC236}">
                <a16:creationId xmlns:a16="http://schemas.microsoft.com/office/drawing/2014/main" id="{BDA06994-E4EC-49E9-B2E6-34B380196268}"/>
              </a:ext>
            </a:extLst>
          </p:cNvPr>
          <p:cNvSpPr>
            <a:spLocks noGrp="1"/>
          </p:cNvSpPr>
          <p:nvPr>
            <p:ph type="body" sz="quarter" idx="20" hasCustomPrompt="1"/>
          </p:nvPr>
        </p:nvSpPr>
        <p:spPr>
          <a:xfrm>
            <a:off x="2926080" y="3625422"/>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06</a:t>
            </a:r>
          </a:p>
        </p:txBody>
      </p:sp>
      <p:sp>
        <p:nvSpPr>
          <p:cNvPr id="18" name="Textplatzhalter 4">
            <a:extLst>
              <a:ext uri="{FF2B5EF4-FFF2-40B4-BE49-F238E27FC236}">
                <a16:creationId xmlns:a16="http://schemas.microsoft.com/office/drawing/2014/main" id="{98972D49-877F-4936-8997-EC886270FAD6}"/>
              </a:ext>
            </a:extLst>
          </p:cNvPr>
          <p:cNvSpPr>
            <a:spLocks noGrp="1"/>
          </p:cNvSpPr>
          <p:nvPr>
            <p:ph type="body" sz="quarter" idx="21" hasCustomPrompt="1"/>
          </p:nvPr>
        </p:nvSpPr>
        <p:spPr>
          <a:xfrm>
            <a:off x="5372100" y="3625421"/>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07</a:t>
            </a:r>
          </a:p>
        </p:txBody>
      </p:sp>
      <p:sp>
        <p:nvSpPr>
          <p:cNvPr id="19" name="Textplatzhalter 4">
            <a:extLst>
              <a:ext uri="{FF2B5EF4-FFF2-40B4-BE49-F238E27FC236}">
                <a16:creationId xmlns:a16="http://schemas.microsoft.com/office/drawing/2014/main" id="{D1710455-5214-4F9C-A641-0D92CE6478A1}"/>
              </a:ext>
            </a:extLst>
          </p:cNvPr>
          <p:cNvSpPr>
            <a:spLocks noGrp="1"/>
          </p:cNvSpPr>
          <p:nvPr>
            <p:ph type="body" sz="quarter" idx="22" hasCustomPrompt="1"/>
          </p:nvPr>
        </p:nvSpPr>
        <p:spPr>
          <a:xfrm>
            <a:off x="7818120" y="3625420"/>
            <a:ext cx="1356360" cy="451277"/>
          </a:xfrm>
          <a:prstGeom prst="rect">
            <a:avLst/>
          </a:prstGeom>
        </p:spPr>
        <p:txBody>
          <a:bodyPr/>
          <a:lstStyle>
            <a:lvl1pPr marL="0" indent="0">
              <a:buNone/>
              <a:defRPr sz="3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08</a:t>
            </a:r>
          </a:p>
        </p:txBody>
      </p:sp>
      <p:sp>
        <p:nvSpPr>
          <p:cNvPr id="35" name="Textplatzhalter 33">
            <a:extLst>
              <a:ext uri="{FF2B5EF4-FFF2-40B4-BE49-F238E27FC236}">
                <a16:creationId xmlns:a16="http://schemas.microsoft.com/office/drawing/2014/main" id="{E9FD610E-80C0-4409-B787-926E1193384D}"/>
              </a:ext>
            </a:extLst>
          </p:cNvPr>
          <p:cNvSpPr>
            <a:spLocks noGrp="1"/>
          </p:cNvSpPr>
          <p:nvPr>
            <p:ph type="body" sz="quarter" idx="27" hasCustomPrompt="1"/>
          </p:nvPr>
        </p:nvSpPr>
        <p:spPr>
          <a:xfrm>
            <a:off x="480060" y="227837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01</a:t>
            </a:r>
          </a:p>
        </p:txBody>
      </p:sp>
      <p:sp>
        <p:nvSpPr>
          <p:cNvPr id="36" name="Textplatzhalter 33">
            <a:extLst>
              <a:ext uri="{FF2B5EF4-FFF2-40B4-BE49-F238E27FC236}">
                <a16:creationId xmlns:a16="http://schemas.microsoft.com/office/drawing/2014/main" id="{8F30D742-B614-41B9-8DC6-EBF35E56F416}"/>
              </a:ext>
            </a:extLst>
          </p:cNvPr>
          <p:cNvSpPr>
            <a:spLocks noGrp="1"/>
          </p:cNvSpPr>
          <p:nvPr>
            <p:ph type="body" sz="quarter" idx="28" hasCustomPrompt="1"/>
          </p:nvPr>
        </p:nvSpPr>
        <p:spPr>
          <a:xfrm>
            <a:off x="2926080" y="227837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01</a:t>
            </a:r>
          </a:p>
        </p:txBody>
      </p:sp>
      <p:sp>
        <p:nvSpPr>
          <p:cNvPr id="37" name="Textplatzhalter 33">
            <a:extLst>
              <a:ext uri="{FF2B5EF4-FFF2-40B4-BE49-F238E27FC236}">
                <a16:creationId xmlns:a16="http://schemas.microsoft.com/office/drawing/2014/main" id="{B20A4472-E7A1-4569-B87A-4A6B2A102EA4}"/>
              </a:ext>
            </a:extLst>
          </p:cNvPr>
          <p:cNvSpPr>
            <a:spLocks noGrp="1"/>
          </p:cNvSpPr>
          <p:nvPr>
            <p:ph type="body" sz="quarter" idx="29" hasCustomPrompt="1"/>
          </p:nvPr>
        </p:nvSpPr>
        <p:spPr>
          <a:xfrm>
            <a:off x="5372100" y="227837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03</a:t>
            </a:r>
          </a:p>
        </p:txBody>
      </p:sp>
      <p:sp>
        <p:nvSpPr>
          <p:cNvPr id="38" name="Textplatzhalter 33">
            <a:extLst>
              <a:ext uri="{FF2B5EF4-FFF2-40B4-BE49-F238E27FC236}">
                <a16:creationId xmlns:a16="http://schemas.microsoft.com/office/drawing/2014/main" id="{1ACB3B41-5651-41DC-B5D4-E11DE1359D3B}"/>
              </a:ext>
            </a:extLst>
          </p:cNvPr>
          <p:cNvSpPr>
            <a:spLocks noGrp="1"/>
          </p:cNvSpPr>
          <p:nvPr>
            <p:ph type="body" sz="quarter" idx="30" hasCustomPrompt="1"/>
          </p:nvPr>
        </p:nvSpPr>
        <p:spPr>
          <a:xfrm>
            <a:off x="7947660" y="227245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04</a:t>
            </a:r>
          </a:p>
        </p:txBody>
      </p:sp>
      <p:sp>
        <p:nvSpPr>
          <p:cNvPr id="39" name="Textplatzhalter 33">
            <a:extLst>
              <a:ext uri="{FF2B5EF4-FFF2-40B4-BE49-F238E27FC236}">
                <a16:creationId xmlns:a16="http://schemas.microsoft.com/office/drawing/2014/main" id="{C37B89B1-625A-4376-BAFF-D18925731671}"/>
              </a:ext>
            </a:extLst>
          </p:cNvPr>
          <p:cNvSpPr>
            <a:spLocks noGrp="1"/>
          </p:cNvSpPr>
          <p:nvPr>
            <p:ph type="body" sz="quarter" idx="31" hasCustomPrompt="1"/>
          </p:nvPr>
        </p:nvSpPr>
        <p:spPr>
          <a:xfrm>
            <a:off x="480060" y="418249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05</a:t>
            </a:r>
          </a:p>
        </p:txBody>
      </p:sp>
      <p:sp>
        <p:nvSpPr>
          <p:cNvPr id="40" name="Textplatzhalter 33">
            <a:extLst>
              <a:ext uri="{FF2B5EF4-FFF2-40B4-BE49-F238E27FC236}">
                <a16:creationId xmlns:a16="http://schemas.microsoft.com/office/drawing/2014/main" id="{E418577F-9B28-4616-A1A6-140E008CB425}"/>
              </a:ext>
            </a:extLst>
          </p:cNvPr>
          <p:cNvSpPr>
            <a:spLocks noGrp="1"/>
          </p:cNvSpPr>
          <p:nvPr>
            <p:ph type="body" sz="quarter" idx="32" hasCustomPrompt="1"/>
          </p:nvPr>
        </p:nvSpPr>
        <p:spPr>
          <a:xfrm>
            <a:off x="2926080" y="418249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06</a:t>
            </a:r>
          </a:p>
        </p:txBody>
      </p:sp>
      <p:sp>
        <p:nvSpPr>
          <p:cNvPr id="41" name="Textplatzhalter 33">
            <a:extLst>
              <a:ext uri="{FF2B5EF4-FFF2-40B4-BE49-F238E27FC236}">
                <a16:creationId xmlns:a16="http://schemas.microsoft.com/office/drawing/2014/main" id="{F8094F36-D214-49D2-91EF-6C5A113699B4}"/>
              </a:ext>
            </a:extLst>
          </p:cNvPr>
          <p:cNvSpPr>
            <a:spLocks noGrp="1"/>
          </p:cNvSpPr>
          <p:nvPr>
            <p:ph type="body" sz="quarter" idx="33" hasCustomPrompt="1"/>
          </p:nvPr>
        </p:nvSpPr>
        <p:spPr>
          <a:xfrm>
            <a:off x="5372100" y="418249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07</a:t>
            </a:r>
          </a:p>
        </p:txBody>
      </p:sp>
      <p:sp>
        <p:nvSpPr>
          <p:cNvPr id="42" name="Textplatzhalter 33">
            <a:extLst>
              <a:ext uri="{FF2B5EF4-FFF2-40B4-BE49-F238E27FC236}">
                <a16:creationId xmlns:a16="http://schemas.microsoft.com/office/drawing/2014/main" id="{04AEC10C-E406-4C87-BAD2-829A3C2E5BF1}"/>
              </a:ext>
            </a:extLst>
          </p:cNvPr>
          <p:cNvSpPr>
            <a:spLocks noGrp="1"/>
          </p:cNvSpPr>
          <p:nvPr>
            <p:ph type="body" sz="quarter" idx="34" hasCustomPrompt="1"/>
          </p:nvPr>
        </p:nvSpPr>
        <p:spPr>
          <a:xfrm>
            <a:off x="7947660" y="4176579"/>
            <a:ext cx="2225040" cy="960119"/>
          </a:xfrm>
          <a:prstGeom prst="rect">
            <a:avLst/>
          </a:prstGeom>
        </p:spPr>
        <p:txBody>
          <a:bodyPr/>
          <a:lstStyle>
            <a:lvl1pPr marL="0" indent="0">
              <a:lnSpc>
                <a:spcPts val="2000"/>
              </a:lnSpc>
              <a:buNone/>
              <a:defRPr sz="1600">
                <a:latin typeface="Open Sans Medium" pitchFamily="2" charset="0"/>
                <a:ea typeface="Open Sans Medium" pitchFamily="2" charset="0"/>
                <a:cs typeface="Open Sans Medium" pitchFamily="2" charset="0"/>
              </a:defRPr>
            </a:lvl1pPr>
            <a:lvl2pPr>
              <a:defRPr sz="1600">
                <a:latin typeface="Open Sans Medium" pitchFamily="2" charset="0"/>
                <a:ea typeface="Open Sans Medium" pitchFamily="2" charset="0"/>
                <a:cs typeface="Open Sans Medium" pitchFamily="2" charset="0"/>
              </a:defRPr>
            </a:lvl2pPr>
            <a:lvl3pPr>
              <a:defRPr sz="1600">
                <a:latin typeface="Open Sans Medium" pitchFamily="2" charset="0"/>
                <a:ea typeface="Open Sans Medium" pitchFamily="2" charset="0"/>
                <a:cs typeface="Open Sans Medium" pitchFamily="2" charset="0"/>
              </a:defRPr>
            </a:lvl3pPr>
            <a:lvl4pPr>
              <a:defRPr sz="1600">
                <a:latin typeface="Open Sans Medium" pitchFamily="2" charset="0"/>
                <a:ea typeface="Open Sans Medium" pitchFamily="2" charset="0"/>
                <a:cs typeface="Open Sans Medium" pitchFamily="2" charset="0"/>
              </a:defRPr>
            </a:lvl4pPr>
            <a:lvl5pPr>
              <a:defRPr sz="1600">
                <a:latin typeface="Open Sans Medium" pitchFamily="2" charset="0"/>
                <a:ea typeface="Open Sans Medium" pitchFamily="2" charset="0"/>
                <a:cs typeface="Open Sans Medium" pitchFamily="2" charset="0"/>
              </a:defRPr>
            </a:lvl5pPr>
          </a:lstStyle>
          <a:p>
            <a:pPr lvl="0"/>
            <a:r>
              <a:rPr lang="de-DE" err="1"/>
              <a:t>Agendapunkt</a:t>
            </a:r>
            <a:r>
              <a:rPr lang="de-DE"/>
              <a:t> 08</a:t>
            </a:r>
          </a:p>
        </p:txBody>
      </p:sp>
      <p:pic>
        <p:nvPicPr>
          <p:cNvPr id="23" name="Grafik 22">
            <a:extLst>
              <a:ext uri="{FF2B5EF4-FFF2-40B4-BE49-F238E27FC236}">
                <a16:creationId xmlns:a16="http://schemas.microsoft.com/office/drawing/2014/main" id="{B88990A1-CFBB-465C-81EE-7DEAC059941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24343" y="6332241"/>
            <a:ext cx="958057" cy="367806"/>
          </a:xfrm>
          <a:prstGeom prst="rect">
            <a:avLst/>
          </a:prstGeom>
        </p:spPr>
      </p:pic>
      <p:sp>
        <p:nvSpPr>
          <p:cNvPr id="3" name="Datumsplatzhalter 3">
            <a:extLst>
              <a:ext uri="{FF2B5EF4-FFF2-40B4-BE49-F238E27FC236}">
                <a16:creationId xmlns:a16="http://schemas.microsoft.com/office/drawing/2014/main" id="{481908DC-8573-3355-5D4B-9FE97BA54CDE}"/>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6" name="Fußzeilenplatzhalter 4">
            <a:extLst>
              <a:ext uri="{FF2B5EF4-FFF2-40B4-BE49-F238E27FC236}">
                <a16:creationId xmlns:a16="http://schemas.microsoft.com/office/drawing/2014/main" id="{7E2CA4D1-F3E8-612E-8476-FCA7AB7A7D68}"/>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398895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trenner_Hintergrund Teal">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2697665-0B58-4135-A050-4409B0C9FDA7}"/>
              </a:ext>
            </a:extLst>
          </p:cNvPr>
          <p:cNvSpPr/>
          <p:nvPr userDrawn="1"/>
        </p:nvSpPr>
        <p:spPr>
          <a:xfrm>
            <a:off x="0" y="0"/>
            <a:ext cx="12192000" cy="6858000"/>
          </a:xfrm>
          <a:prstGeom prst="rect">
            <a:avLst/>
          </a:prstGeom>
          <a:solidFill>
            <a:srgbClr val="0066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pic>
        <p:nvPicPr>
          <p:cNvPr id="12" name="Grafik 11">
            <a:extLst>
              <a:ext uri="{FF2B5EF4-FFF2-40B4-BE49-F238E27FC236}">
                <a16:creationId xmlns:a16="http://schemas.microsoft.com/office/drawing/2014/main" id="{D03B2AE8-0599-4E84-9DDA-55879B2F39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24601" y="779410"/>
            <a:ext cx="6896100" cy="8190274"/>
          </a:xfrm>
          <a:prstGeom prst="rect">
            <a:avLst/>
          </a:prstGeom>
        </p:spPr>
      </p:pic>
      <p:sp>
        <p:nvSpPr>
          <p:cNvPr id="24" name="Textplatzhalter 23">
            <a:extLst>
              <a:ext uri="{FF2B5EF4-FFF2-40B4-BE49-F238E27FC236}">
                <a16:creationId xmlns:a16="http://schemas.microsoft.com/office/drawing/2014/main" id="{96CE34DF-C52B-46CE-B672-90E24C112475}"/>
              </a:ext>
            </a:extLst>
          </p:cNvPr>
          <p:cNvSpPr>
            <a:spLocks noGrp="1"/>
          </p:cNvSpPr>
          <p:nvPr>
            <p:ph type="body" sz="quarter" idx="13" hasCustomPrompt="1"/>
          </p:nvPr>
        </p:nvSpPr>
        <p:spPr>
          <a:xfrm>
            <a:off x="480060" y="2204757"/>
            <a:ext cx="6728460" cy="1019175"/>
          </a:xfrm>
          <a:prstGeom prst="rect">
            <a:avLst/>
          </a:prstGeom>
        </p:spPr>
        <p:txBody>
          <a:bodyPr/>
          <a:lstStyle>
            <a:lvl1pPr marL="0" indent="0">
              <a:buNone/>
              <a:defRPr sz="9000">
                <a:solidFill>
                  <a:srgbClr val="E9D781"/>
                </a:solidFill>
                <a:latin typeface="Space Grotesk SemiBold" pitchFamily="2" charset="0"/>
                <a:cs typeface="Space Grotesk SemiBold" pitchFamily="2" charset="0"/>
              </a:defRPr>
            </a:lvl1pPr>
          </a:lstStyle>
          <a:p>
            <a:pPr lvl="0"/>
            <a:r>
              <a:rPr lang="de-DE"/>
              <a:t>01</a:t>
            </a:r>
          </a:p>
        </p:txBody>
      </p:sp>
      <p:sp>
        <p:nvSpPr>
          <p:cNvPr id="26" name="Textplatzhalter 25">
            <a:extLst>
              <a:ext uri="{FF2B5EF4-FFF2-40B4-BE49-F238E27FC236}">
                <a16:creationId xmlns:a16="http://schemas.microsoft.com/office/drawing/2014/main" id="{B4023E46-BEE0-4298-8E38-F33098E17F47}"/>
              </a:ext>
            </a:extLst>
          </p:cNvPr>
          <p:cNvSpPr>
            <a:spLocks noGrp="1"/>
          </p:cNvSpPr>
          <p:nvPr>
            <p:ph type="body" sz="quarter" idx="14" hasCustomPrompt="1"/>
          </p:nvPr>
        </p:nvSpPr>
        <p:spPr>
          <a:xfrm>
            <a:off x="480060" y="3634069"/>
            <a:ext cx="8290877" cy="1406562"/>
          </a:xfrm>
          <a:prstGeom prst="rect">
            <a:avLst/>
          </a:prstGeom>
        </p:spPr>
        <p:txBody>
          <a:bodyPr/>
          <a:lstStyle>
            <a:lvl1pPr marL="0" indent="0">
              <a:lnSpc>
                <a:spcPts val="5500"/>
              </a:lnSpc>
              <a:buNone/>
              <a:defRPr sz="4500">
                <a:solidFill>
                  <a:schemeClr val="bg1"/>
                </a:solidFill>
                <a:latin typeface="Space Grotesk SemiBold" pitchFamily="2" charset="0"/>
                <a:cs typeface="Space Grotesk SemiBold" pitchFamily="2" charset="0"/>
              </a:defRPr>
            </a:lvl1pPr>
          </a:lstStyle>
          <a:p>
            <a:pPr lvl="0"/>
            <a:r>
              <a:rPr lang="de-DE"/>
              <a:t>Themenbereich 1 mit einer </a:t>
            </a:r>
            <a:br>
              <a:rPr lang="de-DE"/>
            </a:br>
            <a:r>
              <a:rPr lang="de-DE"/>
              <a:t>zweiten Zeile</a:t>
            </a:r>
          </a:p>
        </p:txBody>
      </p:sp>
      <p:sp>
        <p:nvSpPr>
          <p:cNvPr id="5" name="Datumsplatzhalter 3">
            <a:extLst>
              <a:ext uri="{FF2B5EF4-FFF2-40B4-BE49-F238E27FC236}">
                <a16:creationId xmlns:a16="http://schemas.microsoft.com/office/drawing/2014/main" id="{38970017-C9E6-02F9-798F-D6FE47E9522B}"/>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bg1"/>
                </a:solidFill>
                <a:latin typeface="Open Sans Medium"/>
              </a:defRPr>
            </a:lvl1pPr>
          </a:lstStyle>
          <a:p>
            <a:r>
              <a:rPr lang="de-DE"/>
              <a:t>05.08.2026</a:t>
            </a:r>
          </a:p>
        </p:txBody>
      </p:sp>
      <p:sp>
        <p:nvSpPr>
          <p:cNvPr id="2" name="Fußzeilenplatzhalter 4">
            <a:extLst>
              <a:ext uri="{FF2B5EF4-FFF2-40B4-BE49-F238E27FC236}">
                <a16:creationId xmlns:a16="http://schemas.microsoft.com/office/drawing/2014/main" id="{DB9815BE-DE2D-7110-BFF8-E5ABD41BB764}"/>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a:t>
            </a:r>
            <a:r>
              <a:rPr lang="de-DE">
                <a:solidFill>
                  <a:schemeClr val="bg1"/>
                </a:solidFill>
              </a:rPr>
              <a:t>learn.SHK &amp; BIBB: Aktueller Projektstand</a:t>
            </a:r>
          </a:p>
        </p:txBody>
      </p:sp>
      <p:grpSp>
        <p:nvGrpSpPr>
          <p:cNvPr id="4" name="Gruppieren 3">
            <a:extLst>
              <a:ext uri="{FF2B5EF4-FFF2-40B4-BE49-F238E27FC236}">
                <a16:creationId xmlns:a16="http://schemas.microsoft.com/office/drawing/2014/main" id="{8DB2F251-FC57-3839-838E-CE5DB6B16AB4}"/>
              </a:ext>
            </a:extLst>
          </p:cNvPr>
          <p:cNvGrpSpPr/>
          <p:nvPr userDrawn="1"/>
        </p:nvGrpSpPr>
        <p:grpSpPr>
          <a:xfrm>
            <a:off x="10529094" y="6220584"/>
            <a:ext cx="1252538" cy="637415"/>
            <a:chOff x="10529094" y="6220584"/>
            <a:chExt cx="1252538" cy="637415"/>
          </a:xfrm>
        </p:grpSpPr>
        <p:sp>
          <p:nvSpPr>
            <p:cNvPr id="6" name="Rechteck 5">
              <a:extLst>
                <a:ext uri="{FF2B5EF4-FFF2-40B4-BE49-F238E27FC236}">
                  <a16:creationId xmlns:a16="http://schemas.microsoft.com/office/drawing/2014/main" id="{23D9AEE7-865F-DFC2-6E17-0F68F686259D}"/>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7064DE4E-0CBA-BEDD-6FCF-079B6C8E81D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24343" y="6332241"/>
              <a:ext cx="958057" cy="367806"/>
            </a:xfrm>
            <a:prstGeom prst="rect">
              <a:avLst/>
            </a:prstGeom>
          </p:spPr>
        </p:pic>
      </p:grpSp>
    </p:spTree>
    <p:extLst>
      <p:ext uri="{BB962C8B-B14F-4D97-AF65-F5344CB8AC3E}">
        <p14:creationId xmlns:p14="http://schemas.microsoft.com/office/powerpoint/2010/main" val="205706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eltrenner_Hintergrund Blau">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2697665-0B58-4135-A050-4409B0C9FDA7}"/>
              </a:ext>
            </a:extLst>
          </p:cNvPr>
          <p:cNvSpPr/>
          <p:nvPr userDrawn="1"/>
        </p:nvSpPr>
        <p:spPr>
          <a:xfrm>
            <a:off x="0" y="0"/>
            <a:ext cx="12192000" cy="6858000"/>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pic>
        <p:nvPicPr>
          <p:cNvPr id="13" name="Grafik 12">
            <a:extLst>
              <a:ext uri="{FF2B5EF4-FFF2-40B4-BE49-F238E27FC236}">
                <a16:creationId xmlns:a16="http://schemas.microsoft.com/office/drawing/2014/main" id="{1AFBCE9A-6C68-41D9-9D26-900AA1EF6C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324600" y="779408"/>
            <a:ext cx="6896099" cy="8190273"/>
          </a:xfrm>
          <a:prstGeom prst="rect">
            <a:avLst/>
          </a:prstGeom>
        </p:spPr>
      </p:pic>
      <p:sp>
        <p:nvSpPr>
          <p:cNvPr id="24" name="Textplatzhalter 23">
            <a:extLst>
              <a:ext uri="{FF2B5EF4-FFF2-40B4-BE49-F238E27FC236}">
                <a16:creationId xmlns:a16="http://schemas.microsoft.com/office/drawing/2014/main" id="{96CE34DF-C52B-46CE-B672-90E24C112475}"/>
              </a:ext>
            </a:extLst>
          </p:cNvPr>
          <p:cNvSpPr>
            <a:spLocks noGrp="1"/>
          </p:cNvSpPr>
          <p:nvPr>
            <p:ph type="body" sz="quarter" idx="13" hasCustomPrompt="1"/>
          </p:nvPr>
        </p:nvSpPr>
        <p:spPr>
          <a:xfrm>
            <a:off x="480060" y="2204757"/>
            <a:ext cx="6728460" cy="1019175"/>
          </a:xfrm>
          <a:prstGeom prst="rect">
            <a:avLst/>
          </a:prstGeom>
        </p:spPr>
        <p:txBody>
          <a:bodyPr/>
          <a:lstStyle>
            <a:lvl1pPr marL="0" indent="0">
              <a:buNone/>
              <a:defRPr sz="9000">
                <a:solidFill>
                  <a:srgbClr val="E9D781"/>
                </a:solidFill>
                <a:latin typeface="Space Grotesk SemiBold" pitchFamily="2" charset="0"/>
                <a:cs typeface="Space Grotesk SemiBold" pitchFamily="2" charset="0"/>
              </a:defRPr>
            </a:lvl1pPr>
          </a:lstStyle>
          <a:p>
            <a:pPr lvl="0"/>
            <a:r>
              <a:rPr lang="de-DE"/>
              <a:t>02</a:t>
            </a:r>
          </a:p>
        </p:txBody>
      </p:sp>
      <p:sp>
        <p:nvSpPr>
          <p:cNvPr id="26" name="Textplatzhalter 25">
            <a:extLst>
              <a:ext uri="{FF2B5EF4-FFF2-40B4-BE49-F238E27FC236}">
                <a16:creationId xmlns:a16="http://schemas.microsoft.com/office/drawing/2014/main" id="{B4023E46-BEE0-4298-8E38-F33098E17F47}"/>
              </a:ext>
            </a:extLst>
          </p:cNvPr>
          <p:cNvSpPr>
            <a:spLocks noGrp="1"/>
          </p:cNvSpPr>
          <p:nvPr>
            <p:ph type="body" sz="quarter" idx="14" hasCustomPrompt="1"/>
          </p:nvPr>
        </p:nvSpPr>
        <p:spPr>
          <a:xfrm>
            <a:off x="480060" y="3634069"/>
            <a:ext cx="8290877" cy="1406562"/>
          </a:xfrm>
          <a:prstGeom prst="rect">
            <a:avLst/>
          </a:prstGeom>
        </p:spPr>
        <p:txBody>
          <a:bodyPr/>
          <a:lstStyle>
            <a:lvl1pPr marL="0" indent="0">
              <a:lnSpc>
                <a:spcPts val="5500"/>
              </a:lnSpc>
              <a:buNone/>
              <a:defRPr sz="4500">
                <a:solidFill>
                  <a:schemeClr val="bg1"/>
                </a:solidFill>
                <a:latin typeface="Space Grotesk SemiBold" pitchFamily="2" charset="0"/>
                <a:cs typeface="Space Grotesk SemiBold" pitchFamily="2" charset="0"/>
              </a:defRPr>
            </a:lvl1pPr>
          </a:lstStyle>
          <a:p>
            <a:pPr lvl="0"/>
            <a:r>
              <a:rPr lang="de-DE"/>
              <a:t>Themenbereich 2 mit einer </a:t>
            </a:r>
            <a:br>
              <a:rPr lang="de-DE"/>
            </a:br>
            <a:r>
              <a:rPr lang="de-DE"/>
              <a:t>zweiten Zeile</a:t>
            </a:r>
          </a:p>
        </p:txBody>
      </p:sp>
      <p:grpSp>
        <p:nvGrpSpPr>
          <p:cNvPr id="2" name="Gruppieren 1">
            <a:extLst>
              <a:ext uri="{FF2B5EF4-FFF2-40B4-BE49-F238E27FC236}">
                <a16:creationId xmlns:a16="http://schemas.microsoft.com/office/drawing/2014/main" id="{3D223B10-6BE7-B4DB-4A53-85649421215A}"/>
              </a:ext>
            </a:extLst>
          </p:cNvPr>
          <p:cNvGrpSpPr/>
          <p:nvPr userDrawn="1"/>
        </p:nvGrpSpPr>
        <p:grpSpPr>
          <a:xfrm>
            <a:off x="10529094" y="6220584"/>
            <a:ext cx="1252538" cy="637415"/>
            <a:chOff x="10529094" y="6220584"/>
            <a:chExt cx="1252538" cy="637415"/>
          </a:xfrm>
        </p:grpSpPr>
        <p:sp>
          <p:nvSpPr>
            <p:cNvPr id="9" name="Rechteck 8">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7B53495A-33FA-4CA1-B50B-7DBC284AE63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24343" y="6332241"/>
              <a:ext cx="958057" cy="367806"/>
            </a:xfrm>
            <a:prstGeom prst="rect">
              <a:avLst/>
            </a:prstGeom>
          </p:spPr>
        </p:pic>
      </p:grpSp>
      <p:sp>
        <p:nvSpPr>
          <p:cNvPr id="6" name="Datumsplatzhalter 3">
            <a:extLst>
              <a:ext uri="{FF2B5EF4-FFF2-40B4-BE49-F238E27FC236}">
                <a16:creationId xmlns:a16="http://schemas.microsoft.com/office/drawing/2014/main" id="{C94BB45E-4CF3-35FB-8DC8-CAF561A332AA}"/>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bg1"/>
                </a:solidFill>
                <a:latin typeface="Open Sans Medium"/>
              </a:defRPr>
            </a:lvl1pPr>
          </a:lstStyle>
          <a:p>
            <a:r>
              <a:rPr lang="de-DE"/>
              <a:t>05.08.2026</a:t>
            </a:r>
          </a:p>
        </p:txBody>
      </p:sp>
      <p:sp>
        <p:nvSpPr>
          <p:cNvPr id="7" name="Fußzeilenplatzhalter 4">
            <a:extLst>
              <a:ext uri="{FF2B5EF4-FFF2-40B4-BE49-F238E27FC236}">
                <a16:creationId xmlns:a16="http://schemas.microsoft.com/office/drawing/2014/main" id="{7D427958-B383-31B0-52FF-867DE5841B58}"/>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a:t>
            </a:r>
            <a:r>
              <a:rPr lang="de-DE">
                <a:solidFill>
                  <a:schemeClr val="bg1"/>
                </a:solidFill>
              </a:rPr>
              <a:t>learn.SHK &amp; BIBB: Aktueller Projektstand</a:t>
            </a:r>
          </a:p>
        </p:txBody>
      </p:sp>
    </p:spTree>
    <p:extLst>
      <p:ext uri="{BB962C8B-B14F-4D97-AF65-F5344CB8AC3E}">
        <p14:creationId xmlns:p14="http://schemas.microsoft.com/office/powerpoint/2010/main" val="991887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ollformat Titel oben">
    <p:spTree>
      <p:nvGrpSpPr>
        <p:cNvPr id="1" name=""/>
        <p:cNvGrpSpPr/>
        <p:nvPr/>
      </p:nvGrpSpPr>
      <p:grpSpPr>
        <a:xfrm>
          <a:off x="0" y="0"/>
          <a:ext cx="0" cy="0"/>
          <a:chOff x="0" y="0"/>
          <a:chExt cx="0" cy="0"/>
        </a:xfrm>
      </p:grpSpPr>
      <p:sp>
        <p:nvSpPr>
          <p:cNvPr id="2" name="Bildplatzhalter 11">
            <a:extLst>
              <a:ext uri="{FF2B5EF4-FFF2-40B4-BE49-F238E27FC236}">
                <a16:creationId xmlns:a16="http://schemas.microsoft.com/office/drawing/2014/main" id="{8C92F3AF-4D56-705B-FA34-229467F15719}"/>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sz="1600">
                <a:solidFill>
                  <a:schemeClr val="tx1"/>
                </a:solidFill>
                <a:highlight>
                  <a:srgbClr val="FFFF00"/>
                </a:highlight>
                <a:latin typeface="Open Sans Medium" pitchFamily="2" charset="0"/>
                <a:ea typeface="Open Sans Medium" pitchFamily="2" charset="0"/>
                <a:cs typeface="Open Sans Medium" pitchFamily="2" charset="0"/>
              </a:defRPr>
            </a:lvl1pPr>
          </a:lstStyle>
          <a:p>
            <a:r>
              <a:rPr lang="de-DE" sz="1600" err="1">
                <a:latin typeface="Open Sans Medium" pitchFamily="2" charset="0"/>
                <a:ea typeface="Open Sans Medium" pitchFamily="2" charset="0"/>
                <a:cs typeface="Open Sans Medium" pitchFamily="2" charset="0"/>
              </a:rPr>
              <a:t>Vollformatige</a:t>
            </a:r>
            <a:r>
              <a:rPr lang="de-DE" sz="1600">
                <a:latin typeface="Open Sans Medium" pitchFamily="2" charset="0"/>
                <a:ea typeface="Open Sans Medium" pitchFamily="2" charset="0"/>
                <a:cs typeface="Open Sans Medium" pitchFamily="2" charset="0"/>
              </a:rPr>
              <a:t> Fläche für Bild oder Video. Auf das Icon klicken, um ein Bild hinzuzufügen.</a:t>
            </a:r>
            <a:br>
              <a:rPr lang="de-DE" sz="1600">
                <a:latin typeface="Open Sans Medium" pitchFamily="2" charset="0"/>
                <a:ea typeface="Open Sans Medium" pitchFamily="2" charset="0"/>
                <a:cs typeface="Open Sans Medium" pitchFamily="2" charset="0"/>
              </a:rPr>
            </a:br>
            <a:r>
              <a:rPr lang="de-DE" sz="1600">
                <a:latin typeface="Open Sans Medium" pitchFamily="2" charset="0"/>
                <a:ea typeface="Open Sans Medium" pitchFamily="2" charset="0"/>
                <a:cs typeface="Open Sans Medium" pitchFamily="2" charset="0"/>
              </a:rPr>
              <a:t>Das Textfeld von der Masterfolien auf die normale Folie in den Vordergrund kopieren.  Logo und Copyright-Angabe von der Masterfolie auf die normale Folie in den </a:t>
            </a:r>
            <a:r>
              <a:rPr lang="de-DE" sz="1600" err="1">
                <a:latin typeface="Open Sans Medium" pitchFamily="2" charset="0"/>
                <a:ea typeface="Open Sans Medium" pitchFamily="2" charset="0"/>
                <a:cs typeface="Open Sans Medium" pitchFamily="2" charset="0"/>
              </a:rPr>
              <a:t>Vordgrund</a:t>
            </a:r>
            <a:r>
              <a:rPr lang="de-DE" sz="1600">
                <a:latin typeface="Open Sans Medium" pitchFamily="2" charset="0"/>
                <a:ea typeface="Open Sans Medium" pitchFamily="2" charset="0"/>
                <a:cs typeface="Open Sans Medium" pitchFamily="2" charset="0"/>
              </a:rPr>
              <a:t> kopieren. </a:t>
            </a:r>
            <a:endParaRPr lang="de-DE"/>
          </a:p>
        </p:txBody>
      </p:sp>
      <p:grpSp>
        <p:nvGrpSpPr>
          <p:cNvPr id="11" name="Gruppieren 10">
            <a:extLst>
              <a:ext uri="{FF2B5EF4-FFF2-40B4-BE49-F238E27FC236}">
                <a16:creationId xmlns:a16="http://schemas.microsoft.com/office/drawing/2014/main" id="{FCC0C74C-7F77-3B7B-8D28-B5E969C7E72B}"/>
              </a:ext>
            </a:extLst>
          </p:cNvPr>
          <p:cNvGrpSpPr/>
          <p:nvPr userDrawn="1"/>
        </p:nvGrpSpPr>
        <p:grpSpPr>
          <a:xfrm>
            <a:off x="10529094" y="6220584"/>
            <a:ext cx="1252538" cy="637415"/>
            <a:chOff x="10529094" y="6220584"/>
            <a:chExt cx="1252538" cy="637415"/>
          </a:xfrm>
        </p:grpSpPr>
        <p:sp>
          <p:nvSpPr>
            <p:cNvPr id="12" name="Rechteck 11">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7B53495A-33FA-4CA1-B50B-7DBC284AE6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5" name="Textplatzhalter 3">
            <a:extLst>
              <a:ext uri="{FF2B5EF4-FFF2-40B4-BE49-F238E27FC236}">
                <a16:creationId xmlns:a16="http://schemas.microsoft.com/office/drawing/2014/main" id="{3AFF6200-AB42-B522-4DD9-BC8C9F48DF95}"/>
              </a:ext>
            </a:extLst>
          </p:cNvPr>
          <p:cNvSpPr>
            <a:spLocks noGrp="1"/>
          </p:cNvSpPr>
          <p:nvPr>
            <p:ph type="body" sz="quarter" idx="12" hasCustomPrompt="1"/>
          </p:nvPr>
        </p:nvSpPr>
        <p:spPr>
          <a:xfrm rot="5400000">
            <a:off x="9261670" y="2738906"/>
            <a:ext cx="5334387" cy="228395"/>
          </a:xfrm>
          <a:prstGeom prst="rect">
            <a:avLst/>
          </a:prstGeom>
        </p:spPr>
        <p:txBody>
          <a:bodyPr/>
          <a:lstStyle>
            <a:lvl1pPr marL="0" indent="0" algn="l">
              <a:lnSpc>
                <a:spcPts val="1375"/>
              </a:lnSpc>
              <a:spcBef>
                <a:spcPts val="600"/>
              </a:spcBef>
              <a:buFontTx/>
              <a:buNone/>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Bildunterschrift, © Nennung Copyright</a:t>
            </a:r>
          </a:p>
        </p:txBody>
      </p:sp>
      <p:sp>
        <p:nvSpPr>
          <p:cNvPr id="6" name="Textplatzhalter 4">
            <a:extLst>
              <a:ext uri="{FF2B5EF4-FFF2-40B4-BE49-F238E27FC236}">
                <a16:creationId xmlns:a16="http://schemas.microsoft.com/office/drawing/2014/main" id="{E1CA191D-C895-C2D2-E490-EF48260C2A54}"/>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r>
              <a:rPr lang="de-DE"/>
              <a:t>Leere Folie – Titel oben</a:t>
            </a:r>
          </a:p>
        </p:txBody>
      </p:sp>
    </p:spTree>
    <p:extLst>
      <p:ext uri="{BB962C8B-B14F-4D97-AF65-F5344CB8AC3E}">
        <p14:creationId xmlns:p14="http://schemas.microsoft.com/office/powerpoint/2010/main" val="409964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ollformat Titel unten">
    <p:spTree>
      <p:nvGrpSpPr>
        <p:cNvPr id="1" name=""/>
        <p:cNvGrpSpPr/>
        <p:nvPr/>
      </p:nvGrpSpPr>
      <p:grpSpPr>
        <a:xfrm>
          <a:off x="0" y="0"/>
          <a:ext cx="0" cy="0"/>
          <a:chOff x="0" y="0"/>
          <a:chExt cx="0" cy="0"/>
        </a:xfrm>
      </p:grpSpPr>
      <p:sp>
        <p:nvSpPr>
          <p:cNvPr id="2" name="Bildplatzhalter 11">
            <a:extLst>
              <a:ext uri="{FF2B5EF4-FFF2-40B4-BE49-F238E27FC236}">
                <a16:creationId xmlns:a16="http://schemas.microsoft.com/office/drawing/2014/main" id="{8C92F3AF-4D56-705B-FA34-229467F15719}"/>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sz="1600">
                <a:solidFill>
                  <a:schemeClr val="tx1"/>
                </a:solidFill>
                <a:highlight>
                  <a:srgbClr val="FFFF00"/>
                </a:highlight>
                <a:latin typeface="Open Sans Medium" pitchFamily="2" charset="0"/>
                <a:ea typeface="Open Sans Medium" pitchFamily="2" charset="0"/>
                <a:cs typeface="Open Sans Medium" pitchFamily="2" charset="0"/>
              </a:defRPr>
            </a:lvl1pPr>
          </a:lstStyle>
          <a:p>
            <a:r>
              <a:rPr lang="de-DE" sz="1600" err="1">
                <a:latin typeface="Open Sans Medium" pitchFamily="2" charset="0"/>
                <a:ea typeface="Open Sans Medium" pitchFamily="2" charset="0"/>
                <a:cs typeface="Open Sans Medium" pitchFamily="2" charset="0"/>
              </a:rPr>
              <a:t>Vollformatige</a:t>
            </a:r>
            <a:r>
              <a:rPr lang="de-DE" sz="1600">
                <a:latin typeface="Open Sans Medium" pitchFamily="2" charset="0"/>
                <a:ea typeface="Open Sans Medium" pitchFamily="2" charset="0"/>
                <a:cs typeface="Open Sans Medium" pitchFamily="2" charset="0"/>
              </a:rPr>
              <a:t> Fläche für Bild oder Video. Auf das Icon klicken, um ein Bild hinzuzufügen.</a:t>
            </a:r>
            <a:br>
              <a:rPr lang="de-DE" sz="1600">
                <a:latin typeface="Open Sans Medium" pitchFamily="2" charset="0"/>
                <a:ea typeface="Open Sans Medium" pitchFamily="2" charset="0"/>
                <a:cs typeface="Open Sans Medium" pitchFamily="2" charset="0"/>
              </a:rPr>
            </a:br>
            <a:r>
              <a:rPr lang="de-DE" sz="1600">
                <a:latin typeface="Open Sans Medium" pitchFamily="2" charset="0"/>
                <a:ea typeface="Open Sans Medium" pitchFamily="2" charset="0"/>
                <a:cs typeface="Open Sans Medium" pitchFamily="2" charset="0"/>
              </a:rPr>
              <a:t>Das Textfeld von der Masterfolien auf die normale Folie in den Vordergrund kopieren.  Logo und Copyright-Angabe von der Masterfolie auf die normale Folie in den </a:t>
            </a:r>
            <a:r>
              <a:rPr lang="de-DE" sz="1600" err="1">
                <a:latin typeface="Open Sans Medium" pitchFamily="2" charset="0"/>
                <a:ea typeface="Open Sans Medium" pitchFamily="2" charset="0"/>
                <a:cs typeface="Open Sans Medium" pitchFamily="2" charset="0"/>
              </a:rPr>
              <a:t>Vordgrund</a:t>
            </a:r>
            <a:r>
              <a:rPr lang="de-DE" sz="1600">
                <a:latin typeface="Open Sans Medium" pitchFamily="2" charset="0"/>
                <a:ea typeface="Open Sans Medium" pitchFamily="2" charset="0"/>
                <a:cs typeface="Open Sans Medium" pitchFamily="2" charset="0"/>
              </a:rPr>
              <a:t> kopieren. </a:t>
            </a:r>
            <a:endParaRPr lang="de-DE"/>
          </a:p>
        </p:txBody>
      </p:sp>
      <p:grpSp>
        <p:nvGrpSpPr>
          <p:cNvPr id="11" name="Gruppieren 10">
            <a:extLst>
              <a:ext uri="{FF2B5EF4-FFF2-40B4-BE49-F238E27FC236}">
                <a16:creationId xmlns:a16="http://schemas.microsoft.com/office/drawing/2014/main" id="{FCC0C74C-7F77-3B7B-8D28-B5E969C7E72B}"/>
              </a:ext>
            </a:extLst>
          </p:cNvPr>
          <p:cNvGrpSpPr/>
          <p:nvPr userDrawn="1"/>
        </p:nvGrpSpPr>
        <p:grpSpPr>
          <a:xfrm>
            <a:off x="10529094" y="6220584"/>
            <a:ext cx="1252538" cy="637415"/>
            <a:chOff x="10529094" y="6220584"/>
            <a:chExt cx="1252538" cy="637415"/>
          </a:xfrm>
        </p:grpSpPr>
        <p:sp>
          <p:nvSpPr>
            <p:cNvPr id="12" name="Rechteck 11">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7B53495A-33FA-4CA1-B50B-7DBC284AE6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3" name="Textplatzhalter 4">
            <a:extLst>
              <a:ext uri="{FF2B5EF4-FFF2-40B4-BE49-F238E27FC236}">
                <a16:creationId xmlns:a16="http://schemas.microsoft.com/office/drawing/2014/main" id="{8C8D84E7-D27E-D52C-53D5-B2D2BF207492}"/>
              </a:ext>
            </a:extLst>
          </p:cNvPr>
          <p:cNvSpPr>
            <a:spLocks noGrp="1"/>
          </p:cNvSpPr>
          <p:nvPr>
            <p:ph type="body" sz="quarter" idx="10" hasCustomPrompt="1"/>
          </p:nvPr>
        </p:nvSpPr>
        <p:spPr>
          <a:xfrm>
            <a:off x="480060" y="5932205"/>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Leere Folie – Titel unten</a:t>
            </a:r>
          </a:p>
        </p:txBody>
      </p:sp>
      <p:sp>
        <p:nvSpPr>
          <p:cNvPr id="5" name="Textplatzhalter 3">
            <a:extLst>
              <a:ext uri="{FF2B5EF4-FFF2-40B4-BE49-F238E27FC236}">
                <a16:creationId xmlns:a16="http://schemas.microsoft.com/office/drawing/2014/main" id="{3AFF6200-AB42-B522-4DD9-BC8C9F48DF95}"/>
              </a:ext>
            </a:extLst>
          </p:cNvPr>
          <p:cNvSpPr>
            <a:spLocks noGrp="1"/>
          </p:cNvSpPr>
          <p:nvPr>
            <p:ph type="body" sz="quarter" idx="12" hasCustomPrompt="1"/>
          </p:nvPr>
        </p:nvSpPr>
        <p:spPr>
          <a:xfrm rot="5400000">
            <a:off x="9261670" y="2738906"/>
            <a:ext cx="5334387" cy="228395"/>
          </a:xfrm>
          <a:prstGeom prst="rect">
            <a:avLst/>
          </a:prstGeom>
        </p:spPr>
        <p:txBody>
          <a:bodyPr/>
          <a:lstStyle>
            <a:lvl1pPr marL="0" indent="0" algn="l">
              <a:lnSpc>
                <a:spcPts val="1375"/>
              </a:lnSpc>
              <a:spcBef>
                <a:spcPts val="600"/>
              </a:spcBef>
              <a:buFontTx/>
              <a:buNone/>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Bildunterschrift, © Nennung Copyright</a:t>
            </a:r>
          </a:p>
        </p:txBody>
      </p:sp>
    </p:spTree>
    <p:extLst>
      <p:ext uri="{BB962C8B-B14F-4D97-AF65-F5344CB8AC3E}">
        <p14:creationId xmlns:p14="http://schemas.microsoft.com/office/powerpoint/2010/main" val="2947733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ollformat Titel ohne Titel">
    <p:spTree>
      <p:nvGrpSpPr>
        <p:cNvPr id="1" name=""/>
        <p:cNvGrpSpPr/>
        <p:nvPr/>
      </p:nvGrpSpPr>
      <p:grpSpPr>
        <a:xfrm>
          <a:off x="0" y="0"/>
          <a:ext cx="0" cy="0"/>
          <a:chOff x="0" y="0"/>
          <a:chExt cx="0" cy="0"/>
        </a:xfrm>
      </p:grpSpPr>
      <p:sp>
        <p:nvSpPr>
          <p:cNvPr id="2" name="Bildplatzhalter 11">
            <a:extLst>
              <a:ext uri="{FF2B5EF4-FFF2-40B4-BE49-F238E27FC236}">
                <a16:creationId xmlns:a16="http://schemas.microsoft.com/office/drawing/2014/main" id="{8C92F3AF-4D56-705B-FA34-229467F15719}"/>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sz="1600">
                <a:solidFill>
                  <a:schemeClr val="tx1"/>
                </a:solidFill>
                <a:highlight>
                  <a:srgbClr val="FFFF00"/>
                </a:highlight>
                <a:latin typeface="Open Sans Medium" pitchFamily="2" charset="0"/>
                <a:ea typeface="Open Sans Medium" pitchFamily="2" charset="0"/>
                <a:cs typeface="Open Sans Medium" pitchFamily="2" charset="0"/>
              </a:defRPr>
            </a:lvl1pPr>
          </a:lstStyle>
          <a:p>
            <a:r>
              <a:rPr lang="de-DE" sz="1600" err="1">
                <a:latin typeface="Open Sans Medium" pitchFamily="2" charset="0"/>
                <a:ea typeface="Open Sans Medium" pitchFamily="2" charset="0"/>
                <a:cs typeface="Open Sans Medium" pitchFamily="2" charset="0"/>
              </a:rPr>
              <a:t>Vollformatige</a:t>
            </a:r>
            <a:r>
              <a:rPr lang="de-DE" sz="1600">
                <a:latin typeface="Open Sans Medium" pitchFamily="2" charset="0"/>
                <a:ea typeface="Open Sans Medium" pitchFamily="2" charset="0"/>
                <a:cs typeface="Open Sans Medium" pitchFamily="2" charset="0"/>
              </a:rPr>
              <a:t> Fläche für Bild oder Video. Auf das Icon klicken, um ein Bild hinzuzufügen.</a:t>
            </a:r>
            <a:br>
              <a:rPr lang="de-DE" sz="1600">
                <a:latin typeface="Open Sans Medium" pitchFamily="2" charset="0"/>
                <a:ea typeface="Open Sans Medium" pitchFamily="2" charset="0"/>
                <a:cs typeface="Open Sans Medium" pitchFamily="2" charset="0"/>
              </a:rPr>
            </a:br>
            <a:r>
              <a:rPr lang="de-DE" sz="1600">
                <a:latin typeface="Open Sans Medium" pitchFamily="2" charset="0"/>
                <a:ea typeface="Open Sans Medium" pitchFamily="2" charset="0"/>
                <a:cs typeface="Open Sans Medium" pitchFamily="2" charset="0"/>
              </a:rPr>
              <a:t>Das Textfeld von der Masterfolien auf die normale Folie in den Vordergrund kopieren.  Logo und Copyright-Angabe von der Masterfolie auf die normale Folie in den </a:t>
            </a:r>
            <a:r>
              <a:rPr lang="de-DE" sz="1600" err="1">
                <a:latin typeface="Open Sans Medium" pitchFamily="2" charset="0"/>
                <a:ea typeface="Open Sans Medium" pitchFamily="2" charset="0"/>
                <a:cs typeface="Open Sans Medium" pitchFamily="2" charset="0"/>
              </a:rPr>
              <a:t>Vordgrund</a:t>
            </a:r>
            <a:r>
              <a:rPr lang="de-DE" sz="1600">
                <a:latin typeface="Open Sans Medium" pitchFamily="2" charset="0"/>
                <a:ea typeface="Open Sans Medium" pitchFamily="2" charset="0"/>
                <a:cs typeface="Open Sans Medium" pitchFamily="2" charset="0"/>
              </a:rPr>
              <a:t> kopieren. </a:t>
            </a:r>
            <a:endParaRPr lang="de-DE"/>
          </a:p>
        </p:txBody>
      </p:sp>
      <p:grpSp>
        <p:nvGrpSpPr>
          <p:cNvPr id="11" name="Gruppieren 10">
            <a:extLst>
              <a:ext uri="{FF2B5EF4-FFF2-40B4-BE49-F238E27FC236}">
                <a16:creationId xmlns:a16="http://schemas.microsoft.com/office/drawing/2014/main" id="{FCC0C74C-7F77-3B7B-8D28-B5E969C7E72B}"/>
              </a:ext>
            </a:extLst>
          </p:cNvPr>
          <p:cNvGrpSpPr/>
          <p:nvPr userDrawn="1"/>
        </p:nvGrpSpPr>
        <p:grpSpPr>
          <a:xfrm>
            <a:off x="10529094" y="6220584"/>
            <a:ext cx="1252538" cy="637415"/>
            <a:chOff x="10529094" y="6220584"/>
            <a:chExt cx="1252538" cy="637415"/>
          </a:xfrm>
        </p:grpSpPr>
        <p:sp>
          <p:nvSpPr>
            <p:cNvPr id="12" name="Rechteck 11">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7B53495A-33FA-4CA1-B50B-7DBC284AE6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5" name="Textplatzhalter 3">
            <a:extLst>
              <a:ext uri="{FF2B5EF4-FFF2-40B4-BE49-F238E27FC236}">
                <a16:creationId xmlns:a16="http://schemas.microsoft.com/office/drawing/2014/main" id="{96740CDA-E474-B5DA-F95C-E5E9BAF63F31}"/>
              </a:ext>
            </a:extLst>
          </p:cNvPr>
          <p:cNvSpPr>
            <a:spLocks noGrp="1"/>
          </p:cNvSpPr>
          <p:nvPr>
            <p:ph type="body" sz="quarter" idx="12" hasCustomPrompt="1"/>
          </p:nvPr>
        </p:nvSpPr>
        <p:spPr>
          <a:xfrm>
            <a:off x="478801" y="6400799"/>
            <a:ext cx="8126741" cy="228395"/>
          </a:xfrm>
          <a:prstGeom prst="rect">
            <a:avLst/>
          </a:prstGeom>
        </p:spPr>
        <p:txBody>
          <a:bodyPr/>
          <a:lstStyle>
            <a:lvl1pPr marL="0" indent="0" algn="l">
              <a:lnSpc>
                <a:spcPts val="1375"/>
              </a:lnSpc>
              <a:spcBef>
                <a:spcPts val="600"/>
              </a:spcBef>
              <a:buFontTx/>
              <a:buNone/>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Bildunterschrift, © Nennung Copyright</a:t>
            </a:r>
          </a:p>
        </p:txBody>
      </p:sp>
    </p:spTree>
    <p:extLst>
      <p:ext uri="{BB962C8B-B14F-4D97-AF65-F5344CB8AC3E}">
        <p14:creationId xmlns:p14="http://schemas.microsoft.com/office/powerpoint/2010/main" val="287020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Zitat_auf Bi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0B679941-BBD4-1415-DE57-C25E8C7FD596}"/>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grpSp>
        <p:nvGrpSpPr>
          <p:cNvPr id="11" name="Gruppieren 10">
            <a:extLst>
              <a:ext uri="{FF2B5EF4-FFF2-40B4-BE49-F238E27FC236}">
                <a16:creationId xmlns:a16="http://schemas.microsoft.com/office/drawing/2014/main" id="{FCC0C74C-7F77-3B7B-8D28-B5E969C7E72B}"/>
              </a:ext>
            </a:extLst>
          </p:cNvPr>
          <p:cNvGrpSpPr/>
          <p:nvPr userDrawn="1"/>
        </p:nvGrpSpPr>
        <p:grpSpPr>
          <a:xfrm>
            <a:off x="10529094" y="6220584"/>
            <a:ext cx="1252538" cy="637415"/>
            <a:chOff x="10529094" y="6220584"/>
            <a:chExt cx="1252538" cy="637415"/>
          </a:xfrm>
        </p:grpSpPr>
        <p:sp>
          <p:nvSpPr>
            <p:cNvPr id="12" name="Rechteck 11">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7B53495A-33FA-4CA1-B50B-7DBC284AE6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8" name="Textplatzhalter 4">
            <a:extLst>
              <a:ext uri="{FF2B5EF4-FFF2-40B4-BE49-F238E27FC236}">
                <a16:creationId xmlns:a16="http://schemas.microsoft.com/office/drawing/2014/main" id="{86BA1BEB-466B-9ABF-898F-48F6C57E3532}"/>
              </a:ext>
            </a:extLst>
          </p:cNvPr>
          <p:cNvSpPr>
            <a:spLocks noGrp="1"/>
          </p:cNvSpPr>
          <p:nvPr>
            <p:ph type="body" sz="quarter" idx="11" hasCustomPrompt="1"/>
          </p:nvPr>
        </p:nvSpPr>
        <p:spPr>
          <a:xfrm>
            <a:off x="480060" y="5260322"/>
            <a:ext cx="7038975" cy="652897"/>
          </a:xfrm>
          <a:prstGeom prst="rect">
            <a:avLst/>
          </a:prstGeom>
        </p:spPr>
        <p:txBody>
          <a:bodyPr/>
          <a:lstStyle>
            <a:lvl1pPr marL="0" indent="0">
              <a:lnSpc>
                <a:spcPts val="2400"/>
              </a:lnSpc>
              <a:buNone/>
              <a:defRPr sz="1800">
                <a:solidFill>
                  <a:schemeClr val="bg1"/>
                </a:solidFill>
                <a:latin typeface="+mn-lt"/>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Vorname Nachname</a:t>
            </a:r>
          </a:p>
        </p:txBody>
      </p:sp>
      <p:sp>
        <p:nvSpPr>
          <p:cNvPr id="9" name="Textplatzhalter 25">
            <a:extLst>
              <a:ext uri="{FF2B5EF4-FFF2-40B4-BE49-F238E27FC236}">
                <a16:creationId xmlns:a16="http://schemas.microsoft.com/office/drawing/2014/main" id="{F5D768BD-D360-1B1C-0F07-B666701DB218}"/>
              </a:ext>
            </a:extLst>
          </p:cNvPr>
          <p:cNvSpPr>
            <a:spLocks noGrp="1"/>
          </p:cNvSpPr>
          <p:nvPr>
            <p:ph type="body" sz="quarter" idx="15" hasCustomPrompt="1"/>
          </p:nvPr>
        </p:nvSpPr>
        <p:spPr>
          <a:xfrm>
            <a:off x="478801" y="818147"/>
            <a:ext cx="8678378" cy="4222485"/>
          </a:xfrm>
          <a:prstGeom prst="rect">
            <a:avLst/>
          </a:prstGeom>
        </p:spPr>
        <p:txBody>
          <a:bodyPr anchor="ctr"/>
          <a:lstStyle>
            <a:lvl1pPr marL="0" indent="0" algn="l">
              <a:lnSpc>
                <a:spcPts val="5500"/>
              </a:lnSpc>
              <a:buNone/>
              <a:defRPr sz="4500">
                <a:solidFill>
                  <a:schemeClr val="bg1"/>
                </a:solidFill>
                <a:latin typeface="Space Grotesk SemiBold" pitchFamily="2" charset="0"/>
                <a:cs typeface="Space Grotesk SemiBold" pitchFamily="2" charset="0"/>
              </a:defRPr>
            </a:lvl1pPr>
          </a:lstStyle>
          <a:p>
            <a:pPr lvl="0"/>
            <a:r>
              <a:rPr lang="de-DE"/>
              <a:t>„Längeres Zitat auf Hintergrund, Schriftfarbe weiß. Hier eine Darstellung eines fünfzeiligen Zitats als Beispiel wie ein längeres </a:t>
            </a:r>
            <a:br>
              <a:rPr lang="de-DE"/>
            </a:br>
            <a:r>
              <a:rPr lang="de-DE"/>
              <a:t>Zitat aussieht.</a:t>
            </a:r>
          </a:p>
        </p:txBody>
      </p:sp>
    </p:spTree>
    <p:extLst>
      <p:ext uri="{BB962C8B-B14F-4D97-AF65-F5344CB8AC3E}">
        <p14:creationId xmlns:p14="http://schemas.microsoft.com/office/powerpoint/2010/main" val="1998246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itat_auf Bild">
    <p:spTree>
      <p:nvGrpSpPr>
        <p:cNvPr id="1" name=""/>
        <p:cNvGrpSpPr/>
        <p:nvPr/>
      </p:nvGrpSpPr>
      <p:grpSpPr>
        <a:xfrm>
          <a:off x="0" y="0"/>
          <a:ext cx="0" cy="0"/>
          <a:chOff x="0" y="0"/>
          <a:chExt cx="0" cy="0"/>
        </a:xfrm>
      </p:grpSpPr>
      <p:sp>
        <p:nvSpPr>
          <p:cNvPr id="2" name="Bildplatzhalter 11">
            <a:extLst>
              <a:ext uri="{FF2B5EF4-FFF2-40B4-BE49-F238E27FC236}">
                <a16:creationId xmlns:a16="http://schemas.microsoft.com/office/drawing/2014/main" id="{8C92F3AF-4D56-705B-FA34-229467F15719}"/>
              </a:ext>
            </a:extLst>
          </p:cNvPr>
          <p:cNvSpPr>
            <a:spLocks noGrp="1"/>
          </p:cNvSpPr>
          <p:nvPr>
            <p:ph type="pic" sz="quarter" idx="13" hasCustomPrompt="1"/>
          </p:nvPr>
        </p:nvSpPr>
        <p:spPr>
          <a:xfrm>
            <a:off x="0" y="0"/>
            <a:ext cx="12192000" cy="6858000"/>
          </a:xfrm>
          <a:prstGeom prst="rect">
            <a:avLst/>
          </a:prstGeom>
        </p:spPr>
        <p:txBody>
          <a:bodyPr/>
          <a:lstStyle>
            <a:lvl1pPr marL="0" indent="0">
              <a:buNone/>
              <a:defRPr sz="1600">
                <a:solidFill>
                  <a:schemeClr val="tx1"/>
                </a:solidFill>
                <a:highlight>
                  <a:srgbClr val="FFFF00"/>
                </a:highlight>
                <a:latin typeface="Open Sans Medium" pitchFamily="2" charset="0"/>
                <a:ea typeface="Open Sans Medium" pitchFamily="2" charset="0"/>
                <a:cs typeface="Open Sans Medium" pitchFamily="2" charset="0"/>
              </a:defRPr>
            </a:lvl1pPr>
          </a:lstStyle>
          <a:p>
            <a:r>
              <a:rPr lang="de-DE" sz="1600" err="1">
                <a:latin typeface="Open Sans Medium" pitchFamily="2" charset="0"/>
                <a:ea typeface="Open Sans Medium" pitchFamily="2" charset="0"/>
                <a:cs typeface="Open Sans Medium" pitchFamily="2" charset="0"/>
              </a:rPr>
              <a:t>Vollformatige</a:t>
            </a:r>
            <a:r>
              <a:rPr lang="de-DE" sz="1600">
                <a:latin typeface="Open Sans Medium" pitchFamily="2" charset="0"/>
                <a:ea typeface="Open Sans Medium" pitchFamily="2" charset="0"/>
                <a:cs typeface="Open Sans Medium" pitchFamily="2" charset="0"/>
              </a:rPr>
              <a:t> Fläche für Bild oder Video. Auf das Icon klicken, um ein Bild hinzuzufügen.</a:t>
            </a:r>
            <a:br>
              <a:rPr lang="de-DE" sz="1600">
                <a:latin typeface="Open Sans Medium" pitchFamily="2" charset="0"/>
                <a:ea typeface="Open Sans Medium" pitchFamily="2" charset="0"/>
                <a:cs typeface="Open Sans Medium" pitchFamily="2" charset="0"/>
              </a:rPr>
            </a:br>
            <a:r>
              <a:rPr lang="de-DE" sz="1600">
                <a:latin typeface="Open Sans Medium" pitchFamily="2" charset="0"/>
                <a:ea typeface="Open Sans Medium" pitchFamily="2" charset="0"/>
                <a:cs typeface="Open Sans Medium" pitchFamily="2" charset="0"/>
              </a:rPr>
              <a:t>Das Textfeld von der Masterfolien auf die normale Folie in den Vordergrund kopieren.  Logo mit dem weißen Hintergrund von der Masterfolie auf die normale Folie in den Vordergrund kopieren.</a:t>
            </a:r>
            <a:endParaRPr lang="de-DE"/>
          </a:p>
          <a:p>
            <a:endParaRPr lang="de-DE" sz="1600">
              <a:latin typeface="Open Sans Medium" pitchFamily="2" charset="0"/>
              <a:ea typeface="Open Sans Medium" pitchFamily="2" charset="0"/>
              <a:cs typeface="Open Sans Medium" pitchFamily="2" charset="0"/>
            </a:endParaRPr>
          </a:p>
        </p:txBody>
      </p:sp>
      <p:grpSp>
        <p:nvGrpSpPr>
          <p:cNvPr id="11" name="Gruppieren 10">
            <a:extLst>
              <a:ext uri="{FF2B5EF4-FFF2-40B4-BE49-F238E27FC236}">
                <a16:creationId xmlns:a16="http://schemas.microsoft.com/office/drawing/2014/main" id="{FCC0C74C-7F77-3B7B-8D28-B5E969C7E72B}"/>
              </a:ext>
            </a:extLst>
          </p:cNvPr>
          <p:cNvGrpSpPr/>
          <p:nvPr userDrawn="1"/>
        </p:nvGrpSpPr>
        <p:grpSpPr>
          <a:xfrm>
            <a:off x="10529094" y="6220584"/>
            <a:ext cx="1252538" cy="637415"/>
            <a:chOff x="10529094" y="6220584"/>
            <a:chExt cx="1252538" cy="637415"/>
          </a:xfrm>
        </p:grpSpPr>
        <p:sp>
          <p:nvSpPr>
            <p:cNvPr id="12" name="Rechteck 11">
              <a:extLst>
                <a:ext uri="{FF2B5EF4-FFF2-40B4-BE49-F238E27FC236}">
                  <a16:creationId xmlns:a16="http://schemas.microsoft.com/office/drawing/2014/main" id="{9FED887A-F7EF-43B3-9957-7001AFFDD236}"/>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a:extLst>
                <a:ext uri="{FF2B5EF4-FFF2-40B4-BE49-F238E27FC236}">
                  <a16:creationId xmlns:a16="http://schemas.microsoft.com/office/drawing/2014/main" id="{7B53495A-33FA-4CA1-B50B-7DBC284AE63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4" name="Textplatzhalter 25">
            <a:extLst>
              <a:ext uri="{FF2B5EF4-FFF2-40B4-BE49-F238E27FC236}">
                <a16:creationId xmlns:a16="http://schemas.microsoft.com/office/drawing/2014/main" id="{F5D768BD-D360-1B1C-0F07-B666701DB218}"/>
              </a:ext>
            </a:extLst>
          </p:cNvPr>
          <p:cNvSpPr>
            <a:spLocks noGrp="1"/>
          </p:cNvSpPr>
          <p:nvPr>
            <p:ph type="body" sz="quarter" idx="14" hasCustomPrompt="1"/>
          </p:nvPr>
        </p:nvSpPr>
        <p:spPr>
          <a:xfrm>
            <a:off x="480060" y="3634069"/>
            <a:ext cx="8678378" cy="1406562"/>
          </a:xfrm>
          <a:prstGeom prst="rect">
            <a:avLst/>
          </a:prstGeom>
        </p:spPr>
        <p:txBody>
          <a:bodyPr/>
          <a:lstStyle>
            <a:lvl1pPr marL="0" indent="0">
              <a:lnSpc>
                <a:spcPts val="5500"/>
              </a:lnSpc>
              <a:buNone/>
              <a:defRPr sz="4500">
                <a:solidFill>
                  <a:schemeClr val="accent1"/>
                </a:solidFill>
                <a:latin typeface="Space Grotesk SemiBold" pitchFamily="2" charset="0"/>
                <a:cs typeface="Space Grotesk SemiBold" pitchFamily="2" charset="0"/>
              </a:defRPr>
            </a:lvl1pPr>
          </a:lstStyle>
          <a:p>
            <a:pPr lvl="0"/>
            <a:r>
              <a:rPr lang="de-DE"/>
              <a:t>„Zitat auf Bild, Schriftfarbe anpassen: Kontrast zu Bild.“</a:t>
            </a:r>
          </a:p>
        </p:txBody>
      </p:sp>
      <p:sp>
        <p:nvSpPr>
          <p:cNvPr id="5" name="Textplatzhalter 4">
            <a:extLst>
              <a:ext uri="{FF2B5EF4-FFF2-40B4-BE49-F238E27FC236}">
                <a16:creationId xmlns:a16="http://schemas.microsoft.com/office/drawing/2014/main" id="{40665D7D-3856-1E4D-83A4-D3007337B92C}"/>
              </a:ext>
            </a:extLst>
          </p:cNvPr>
          <p:cNvSpPr>
            <a:spLocks noGrp="1"/>
          </p:cNvSpPr>
          <p:nvPr>
            <p:ph type="body" sz="quarter" idx="11" hasCustomPrompt="1"/>
          </p:nvPr>
        </p:nvSpPr>
        <p:spPr>
          <a:xfrm>
            <a:off x="480060" y="5260322"/>
            <a:ext cx="7038975" cy="652897"/>
          </a:xfrm>
          <a:prstGeom prst="rect">
            <a:avLst/>
          </a:prstGeom>
        </p:spPr>
        <p:txBody>
          <a:bodyPr/>
          <a:lstStyle>
            <a:lvl1pPr marL="0" indent="0">
              <a:lnSpc>
                <a:spcPts val="2400"/>
              </a:lnSpc>
              <a:buNone/>
              <a:defRPr sz="1800">
                <a:solidFill>
                  <a:srgbClr val="00666B"/>
                </a:solidFill>
                <a:latin typeface="+mn-lt"/>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Vorname Nachname</a:t>
            </a:r>
          </a:p>
        </p:txBody>
      </p:sp>
    </p:spTree>
    <p:extLst>
      <p:ext uri="{BB962C8B-B14F-4D97-AF65-F5344CB8AC3E}">
        <p14:creationId xmlns:p14="http://schemas.microsoft.com/office/powerpoint/2010/main" val="3589802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itat_neben Bild">
    <p:spTree>
      <p:nvGrpSpPr>
        <p:cNvPr id="1" name=""/>
        <p:cNvGrpSpPr/>
        <p:nvPr/>
      </p:nvGrpSpPr>
      <p:grpSpPr>
        <a:xfrm>
          <a:off x="0" y="0"/>
          <a:ext cx="0" cy="0"/>
          <a:chOff x="0" y="0"/>
          <a:chExt cx="0" cy="0"/>
        </a:xfrm>
      </p:grpSpPr>
      <p:sp>
        <p:nvSpPr>
          <p:cNvPr id="10" name="Bildplatzhalter 11">
            <a:extLst>
              <a:ext uri="{FF2B5EF4-FFF2-40B4-BE49-F238E27FC236}">
                <a16:creationId xmlns:a16="http://schemas.microsoft.com/office/drawing/2014/main" id="{0058A7DE-A9F9-484F-B6F1-401C50D32AEE}"/>
              </a:ext>
            </a:extLst>
          </p:cNvPr>
          <p:cNvSpPr>
            <a:spLocks noGrp="1"/>
          </p:cNvSpPr>
          <p:nvPr>
            <p:ph type="pic" sz="quarter" idx="13" hasCustomPrompt="1"/>
          </p:nvPr>
        </p:nvSpPr>
        <p:spPr>
          <a:xfrm>
            <a:off x="6166484" y="0"/>
            <a:ext cx="6025516" cy="6857999"/>
          </a:xfrm>
          <a:prstGeom prst="rect">
            <a:avLst/>
          </a:prstGeom>
        </p:spPr>
        <p:txBody>
          <a:bodyPr/>
          <a:lstStyle>
            <a:lvl1pPr marL="0" indent="0">
              <a:buNone/>
              <a:defRPr sz="1600">
                <a:solidFill>
                  <a:schemeClr val="tx1"/>
                </a:solidFill>
                <a:highlight>
                  <a:srgbClr val="FFFF00"/>
                </a:highlight>
                <a:latin typeface="Open Sans Medium" pitchFamily="2" charset="0"/>
                <a:ea typeface="Open Sans Medium" pitchFamily="2" charset="0"/>
                <a:cs typeface="Open Sans Medium"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1600">
                <a:latin typeface="Open Sans Medium" pitchFamily="2" charset="0"/>
                <a:ea typeface="Open Sans Medium" pitchFamily="2" charset="0"/>
                <a:cs typeface="Open Sans Medium" pitchFamily="2" charset="0"/>
              </a:rPr>
              <a:t>Auf das Icon klicken, um ein Bild hinzuzufügen. </a:t>
            </a:r>
            <a:br>
              <a:rPr lang="de-DE" sz="1600">
                <a:latin typeface="Open Sans Medium" pitchFamily="2" charset="0"/>
                <a:ea typeface="Open Sans Medium" pitchFamily="2" charset="0"/>
                <a:cs typeface="Open Sans Medium" pitchFamily="2" charset="0"/>
              </a:rPr>
            </a:br>
            <a:r>
              <a:rPr lang="de-DE" sz="1600">
                <a:latin typeface="Open Sans Medium" pitchFamily="2" charset="0"/>
                <a:ea typeface="Open Sans Medium" pitchFamily="2" charset="0"/>
                <a:cs typeface="Open Sans Medium" pitchFamily="2" charset="0"/>
              </a:rPr>
              <a:t>Logo mit dem weißen Hintergrund von der Masterfolie auf die normale Folie in den Vordergrund kopieren.</a:t>
            </a:r>
            <a:endParaRPr lang="de-DE"/>
          </a:p>
          <a:p>
            <a:endParaRPr lang="de-DE" sz="1600">
              <a:latin typeface="Open Sans Medium" pitchFamily="2" charset="0"/>
              <a:ea typeface="Open Sans Medium" pitchFamily="2" charset="0"/>
              <a:cs typeface="Open Sans Medium" pitchFamily="2" charset="0"/>
            </a:endParaRPr>
          </a:p>
          <a:p>
            <a:endParaRPr lang="de-DE" sz="1600">
              <a:latin typeface="Open Sans Medium" pitchFamily="2" charset="0"/>
              <a:ea typeface="Open Sans Medium" pitchFamily="2" charset="0"/>
              <a:cs typeface="Open Sans Medium" pitchFamily="2" charset="0"/>
            </a:endParaRPr>
          </a:p>
          <a:p>
            <a:endParaRPr lang="de-DE"/>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5207941"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Statement Überschrift</a:t>
            </a:r>
          </a:p>
        </p:txBody>
      </p:sp>
      <p:sp>
        <p:nvSpPr>
          <p:cNvPr id="2" name="Textplatzhalter 3">
            <a:extLst>
              <a:ext uri="{FF2B5EF4-FFF2-40B4-BE49-F238E27FC236}">
                <a16:creationId xmlns:a16="http://schemas.microsoft.com/office/drawing/2014/main" id="{226578F0-0D78-1EBB-9B24-389FAE97801E}"/>
              </a:ext>
            </a:extLst>
          </p:cNvPr>
          <p:cNvSpPr>
            <a:spLocks noGrp="1"/>
          </p:cNvSpPr>
          <p:nvPr>
            <p:ph type="body" sz="quarter" idx="14" hasCustomPrompt="1"/>
          </p:nvPr>
        </p:nvSpPr>
        <p:spPr>
          <a:xfrm>
            <a:off x="478801" y="2142001"/>
            <a:ext cx="5209200" cy="2995484"/>
          </a:xfrm>
          <a:prstGeom prst="rect">
            <a:avLst/>
          </a:prstGeom>
        </p:spPr>
        <p:txBody>
          <a:bodyPr/>
          <a:lstStyle>
            <a:lvl1pPr marL="0" indent="0">
              <a:lnSpc>
                <a:spcPts val="3300"/>
              </a:lnSpc>
              <a:spcBef>
                <a:spcPts val="600"/>
              </a:spcBef>
              <a:buFont typeface="Arial" panose="020B0604020202020204" pitchFamily="34" charset="0"/>
              <a:buNone/>
              <a:defRPr sz="3000" baseline="0">
                <a:solidFill>
                  <a:schemeClr val="accent1"/>
                </a:solidFill>
                <a:latin typeface="Space Grotesk Medium" pitchFamily="2" charset="0"/>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a:t>
            </a:r>
          </a:p>
          <a:p>
            <a:pPr lvl="0"/>
            <a:endParaRPr lang="de-DE"/>
          </a:p>
        </p:txBody>
      </p:sp>
      <p:grpSp>
        <p:nvGrpSpPr>
          <p:cNvPr id="9" name="Gruppieren 8">
            <a:extLst>
              <a:ext uri="{FF2B5EF4-FFF2-40B4-BE49-F238E27FC236}">
                <a16:creationId xmlns:a16="http://schemas.microsoft.com/office/drawing/2014/main" id="{45F5327E-CE86-C216-816D-3E8B23A1AABF}"/>
              </a:ext>
            </a:extLst>
          </p:cNvPr>
          <p:cNvGrpSpPr/>
          <p:nvPr userDrawn="1"/>
        </p:nvGrpSpPr>
        <p:grpSpPr>
          <a:xfrm>
            <a:off x="10529094" y="6220584"/>
            <a:ext cx="1252538" cy="637415"/>
            <a:chOff x="10529094" y="6220584"/>
            <a:chExt cx="1252538" cy="637415"/>
          </a:xfrm>
        </p:grpSpPr>
        <p:sp>
          <p:nvSpPr>
            <p:cNvPr id="11" name="Rechteck 10">
              <a:extLst>
                <a:ext uri="{FF2B5EF4-FFF2-40B4-BE49-F238E27FC236}">
                  <a16:creationId xmlns:a16="http://schemas.microsoft.com/office/drawing/2014/main" id="{C9D5321D-EBDC-B169-8CE9-3D75C4F69FA7}"/>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FAC8544B-462C-4252-DFF7-5F5F31CE3BD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sp>
        <p:nvSpPr>
          <p:cNvPr id="4" name="Datumsplatzhalter 3">
            <a:extLst>
              <a:ext uri="{FF2B5EF4-FFF2-40B4-BE49-F238E27FC236}">
                <a16:creationId xmlns:a16="http://schemas.microsoft.com/office/drawing/2014/main" id="{6F66CF7C-5FF0-1B99-545A-8A6029A75CE3}"/>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7" name="Fußzeilenplatzhalter 4">
            <a:extLst>
              <a:ext uri="{FF2B5EF4-FFF2-40B4-BE49-F238E27FC236}">
                <a16:creationId xmlns:a16="http://schemas.microsoft.com/office/drawing/2014/main" id="{ABB9A22F-8403-4325-2812-1E096195996C}"/>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
        <p:nvSpPr>
          <p:cNvPr id="8" name="Textplatzhalter 3">
            <a:extLst>
              <a:ext uri="{FF2B5EF4-FFF2-40B4-BE49-F238E27FC236}">
                <a16:creationId xmlns:a16="http://schemas.microsoft.com/office/drawing/2014/main" id="{49DAA02D-2FE4-643F-49A5-C04AEC262C98}"/>
              </a:ext>
            </a:extLst>
          </p:cNvPr>
          <p:cNvSpPr>
            <a:spLocks noGrp="1"/>
          </p:cNvSpPr>
          <p:nvPr>
            <p:ph type="body" sz="quarter" idx="15" hasCustomPrompt="1"/>
          </p:nvPr>
        </p:nvSpPr>
        <p:spPr>
          <a:xfrm>
            <a:off x="478801" y="5226869"/>
            <a:ext cx="5209200" cy="489653"/>
          </a:xfrm>
          <a:prstGeom prst="rect">
            <a:avLst/>
          </a:prstGeom>
        </p:spPr>
        <p:txBody>
          <a:bodyPr/>
          <a:lstStyle>
            <a:lvl1pPr marL="0" indent="0">
              <a:lnSpc>
                <a:spcPts val="3300"/>
              </a:lnSpc>
              <a:spcBef>
                <a:spcPts val="600"/>
              </a:spcBef>
              <a:buFont typeface="Arial" panose="020B0604020202020204" pitchFamily="34" charset="0"/>
              <a:buNone/>
              <a:defRPr sz="1800" baseline="0">
                <a:solidFill>
                  <a:schemeClr val="accent1"/>
                </a:solidFill>
                <a:latin typeface="+mn-lt"/>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r>
              <a:rPr lang="de-DE">
                <a:solidFill>
                  <a:schemeClr val="accent1"/>
                </a:solidFill>
              </a:rPr>
              <a:t>Vorname Nachname</a:t>
            </a:r>
          </a:p>
        </p:txBody>
      </p:sp>
    </p:spTree>
    <p:extLst>
      <p:ext uri="{BB962C8B-B14F-4D97-AF65-F5344CB8AC3E}">
        <p14:creationId xmlns:p14="http://schemas.microsoft.com/office/powerpoint/2010/main" val="1300818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ufzählung">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r>
              <a:rPr lang="de-DE"/>
              <a:t>Aufzählung – Striche</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975"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sp>
        <p:nvSpPr>
          <p:cNvPr id="4"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480060" y="2059304"/>
            <a:ext cx="7038975" cy="3865246"/>
          </a:xfrm>
          <a:prstGeom prst="rect">
            <a:avLst/>
          </a:prstGeom>
        </p:spPr>
        <p:txBody>
          <a:bodyPr/>
          <a:lstStyle>
            <a:lvl1pPr marL="228600" indent="-228600">
              <a:lnSpc>
                <a:spcPts val="2200"/>
              </a:lnSpc>
              <a:spcBef>
                <a:spcPts val="600"/>
              </a:spcBef>
              <a:buFont typeface="Symbol" panose="05050102010706020507" pitchFamily="18" charset="2"/>
              <a:buChar char="-"/>
              <a:defRPr sz="16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a:t>
            </a:r>
          </a:p>
          <a:p>
            <a:pPr lvl="0"/>
            <a:r>
              <a:rPr lang="de-DE"/>
              <a:t>Alle Wortberge auf einen Blick</a:t>
            </a:r>
          </a:p>
          <a:p>
            <a:pPr lvl="0"/>
            <a:r>
              <a:rPr lang="de-DE"/>
              <a:t>Buchstabenhausen</a:t>
            </a:r>
          </a:p>
          <a:p>
            <a:pPr lvl="0"/>
            <a:r>
              <a:rPr lang="de-DE"/>
              <a:t>Alle Wortberge in einem Bild und dahinter noch </a:t>
            </a:r>
            <a:br>
              <a:rPr lang="de-DE"/>
            </a:br>
            <a:r>
              <a:rPr lang="de-DE"/>
              <a:t>weitere Wortberge, sogar –</a:t>
            </a:r>
            <a:r>
              <a:rPr lang="de-DE" err="1"/>
              <a:t>hügel</a:t>
            </a:r>
            <a:endParaRPr lang="de-DE"/>
          </a:p>
          <a:p>
            <a:pPr lvl="0"/>
            <a:r>
              <a:rPr lang="de-DE" err="1"/>
              <a:t>Konsonantien</a:t>
            </a:r>
            <a:r>
              <a:rPr lang="de-DE"/>
              <a:t> und </a:t>
            </a:r>
            <a:r>
              <a:rPr lang="de-DE" err="1"/>
              <a:t>Vokalien</a:t>
            </a:r>
            <a:endParaRPr lang="de-DE"/>
          </a:p>
          <a:p>
            <a:pPr lvl="0"/>
            <a:r>
              <a:rPr lang="de-DE"/>
              <a:t>Alle Wortberge stehen weit hinter </a:t>
            </a:r>
            <a:r>
              <a:rPr lang="de-DE" err="1"/>
              <a:t>Konsonantien</a:t>
            </a:r>
            <a:r>
              <a:rPr lang="de-DE"/>
              <a:t> und </a:t>
            </a:r>
            <a:br>
              <a:rPr lang="de-DE"/>
            </a:br>
            <a:r>
              <a:rPr lang="de-DE" err="1"/>
              <a:t>Vokalien</a:t>
            </a:r>
            <a:r>
              <a:rPr lang="de-DE"/>
              <a:t>, sodass sich dort, wo die Textstraße endet, </a:t>
            </a:r>
            <a:br>
              <a:rPr lang="de-DE"/>
            </a:br>
            <a:r>
              <a:rPr lang="de-DE"/>
              <a:t>ein neuer Satz auftut</a:t>
            </a:r>
          </a:p>
        </p:txBody>
      </p:sp>
      <p:pic>
        <p:nvPicPr>
          <p:cNvPr id="8" name="Grafik 7">
            <a:extLst>
              <a:ext uri="{FF2B5EF4-FFF2-40B4-BE49-F238E27FC236}">
                <a16:creationId xmlns:a16="http://schemas.microsoft.com/office/drawing/2014/main" id="{4527B3B4-C7A2-49F9-B577-1D88C00A31F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Datumsplatzhalter 3">
            <a:extLst>
              <a:ext uri="{FF2B5EF4-FFF2-40B4-BE49-F238E27FC236}">
                <a16:creationId xmlns:a16="http://schemas.microsoft.com/office/drawing/2014/main" id="{CA6CBD6F-A84B-2044-5D05-08134BDDE97E}"/>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9" name="Fußzeilenplatzhalter 4">
            <a:extLst>
              <a:ext uri="{FF2B5EF4-FFF2-40B4-BE49-F238E27FC236}">
                <a16:creationId xmlns:a16="http://schemas.microsoft.com/office/drawing/2014/main" id="{0B515550-5847-2041-B51B-9250E5AEE854}"/>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1978877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Text_1">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Bild-Text – Ein Bild – Bild links</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000"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sp>
        <p:nvSpPr>
          <p:cNvPr id="4"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6166484" y="2143124"/>
            <a:ext cx="5286375" cy="3781425"/>
          </a:xfrm>
          <a:prstGeom prst="rect">
            <a:avLst/>
          </a:prstGeom>
        </p:spPr>
        <p:txBody>
          <a:bodyPr/>
          <a:lstStyle>
            <a:lvl1pPr marL="0" indent="0">
              <a:lnSpc>
                <a:spcPts val="2200"/>
              </a:lnSpc>
              <a:spcBef>
                <a:spcPts val="600"/>
              </a:spcBef>
              <a:buFont typeface="Arial" panose="020B0604020202020204" pitchFamily="34" charset="0"/>
              <a:buNone/>
              <a:defRPr sz="16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 des Semantik, eines großen Sprachozeans. Ein kleines Bächlein namens Duden fließt durch ihren Ort und versorgt sie mit den nötigen Regalien.</a:t>
            </a:r>
            <a:br>
              <a:rPr lang="de-DE"/>
            </a:br>
            <a:br>
              <a:rPr lang="de-DE"/>
            </a:br>
            <a:r>
              <a:rPr lang="de-DE"/>
              <a:t>Es ist ein </a:t>
            </a:r>
            <a:r>
              <a:rPr lang="de-DE" err="1"/>
              <a:t>paradismatisches</a:t>
            </a:r>
            <a:r>
              <a:rPr lang="de-DE"/>
              <a:t> Land, in dem einem gebratene Satzteile in den Mund fliegen.</a:t>
            </a:r>
          </a:p>
        </p:txBody>
      </p:sp>
      <p:sp>
        <p:nvSpPr>
          <p:cNvPr id="12" name="Bildplatzhalter 11">
            <a:extLst>
              <a:ext uri="{FF2B5EF4-FFF2-40B4-BE49-F238E27FC236}">
                <a16:creationId xmlns:a16="http://schemas.microsoft.com/office/drawing/2014/main" id="{0058A7DE-A9F9-484F-B6F1-401C50D32AEE}"/>
              </a:ext>
            </a:extLst>
          </p:cNvPr>
          <p:cNvSpPr>
            <a:spLocks noGrp="1"/>
          </p:cNvSpPr>
          <p:nvPr>
            <p:ph type="pic" sz="quarter" idx="13" hasCustomPrompt="1"/>
          </p:nvPr>
        </p:nvSpPr>
        <p:spPr>
          <a:xfrm>
            <a:off x="480060" y="2143125"/>
            <a:ext cx="5210175" cy="3781423"/>
          </a:xfrm>
          <a:prstGeom prst="rect">
            <a:avLst/>
          </a:prstGeom>
        </p:spPr>
        <p:txBody>
          <a:bodyPr/>
          <a:lstStyle>
            <a:lvl1pPr marL="0" indent="0">
              <a:buNone/>
              <a:defRPr sz="1600">
                <a:solidFill>
                  <a:schemeClr val="bg1">
                    <a:lumMod val="85000"/>
                  </a:schemeClr>
                </a:solidFill>
                <a:latin typeface="Open Sans Medium" pitchFamily="2" charset="0"/>
                <a:ea typeface="Open Sans Medium" pitchFamily="2" charset="0"/>
                <a:cs typeface="Open Sans Medium" pitchFamily="2" charset="0"/>
              </a:defRPr>
            </a:lvl1pPr>
          </a:lstStyle>
          <a:p>
            <a:r>
              <a:rPr lang="de-DE" sz="1600">
                <a:latin typeface="Open Sans Medium" pitchFamily="2" charset="0"/>
                <a:ea typeface="Open Sans Medium" pitchFamily="2" charset="0"/>
                <a:cs typeface="Open Sans Medium" pitchFamily="2" charset="0"/>
              </a:rPr>
              <a:t>Auf das Icon klicken, um ein Bild hinzuzufügen.</a:t>
            </a:r>
            <a:endParaRPr lang="de-DE"/>
          </a:p>
        </p:txBody>
      </p:sp>
      <p:pic>
        <p:nvPicPr>
          <p:cNvPr id="8" name="Grafik 7">
            <a:extLst>
              <a:ext uri="{FF2B5EF4-FFF2-40B4-BE49-F238E27FC236}">
                <a16:creationId xmlns:a16="http://schemas.microsoft.com/office/drawing/2014/main" id="{58A011F2-3141-40DB-B45B-24898EC9B7A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Datumsplatzhalter 3">
            <a:extLst>
              <a:ext uri="{FF2B5EF4-FFF2-40B4-BE49-F238E27FC236}">
                <a16:creationId xmlns:a16="http://schemas.microsoft.com/office/drawing/2014/main" id="{B1803075-0653-0829-AA13-FE63E15CD9A9}"/>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9" name="Fußzeilenplatzhalter 4">
            <a:extLst>
              <a:ext uri="{FF2B5EF4-FFF2-40B4-BE49-F238E27FC236}">
                <a16:creationId xmlns:a16="http://schemas.microsoft.com/office/drawing/2014/main" id="{999C6CB3-5E64-E658-AB94-5FDA30CE2495}"/>
              </a:ext>
            </a:extLst>
          </p:cNvPr>
          <p:cNvSpPr>
            <a:spLocks noGrp="1"/>
          </p:cNvSpPr>
          <p:nvPr>
            <p:ph type="ftr" sz="quarter" idx="3"/>
          </p:nvPr>
        </p:nvSpPr>
        <p:spPr>
          <a:xfrm>
            <a:off x="1172369" y="6375600"/>
            <a:ext cx="4517865"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1901882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Text_3">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Bild-Text – Zwei Bilder – Bilder links</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000"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sp>
        <p:nvSpPr>
          <p:cNvPr id="4"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6166484" y="2143124"/>
            <a:ext cx="5286375" cy="3781425"/>
          </a:xfrm>
          <a:prstGeom prst="rect">
            <a:avLst/>
          </a:prstGeom>
        </p:spPr>
        <p:txBody>
          <a:bodyPr/>
          <a:lstStyle>
            <a:lvl1pPr marL="0" indent="0">
              <a:lnSpc>
                <a:spcPts val="2200"/>
              </a:lnSpc>
              <a:spcBef>
                <a:spcPts val="600"/>
              </a:spcBef>
              <a:buFont typeface="Arial" panose="020B0604020202020204" pitchFamily="34" charset="0"/>
              <a:buNone/>
              <a:defRPr sz="16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 des Semantik, eines großen Sprachozeans. Ein kleines Bächlein namens Duden fließt durch ihren Ort und versorgt sie mit den nötigen Regalien.</a:t>
            </a:r>
            <a:br>
              <a:rPr lang="de-DE"/>
            </a:br>
            <a:br>
              <a:rPr lang="de-DE"/>
            </a:br>
            <a:r>
              <a:rPr lang="de-DE"/>
              <a:t>Es ist ein </a:t>
            </a:r>
            <a:r>
              <a:rPr lang="de-DE" err="1"/>
              <a:t>paradismatisches</a:t>
            </a:r>
            <a:r>
              <a:rPr lang="de-DE"/>
              <a:t> Land, in dem einem gebratene Satzteile in den Mund fliegen.</a:t>
            </a:r>
          </a:p>
        </p:txBody>
      </p:sp>
      <p:sp>
        <p:nvSpPr>
          <p:cNvPr id="12" name="Bildplatzhalter 11">
            <a:extLst>
              <a:ext uri="{FF2B5EF4-FFF2-40B4-BE49-F238E27FC236}">
                <a16:creationId xmlns:a16="http://schemas.microsoft.com/office/drawing/2014/main" id="{0058A7DE-A9F9-484F-B6F1-401C50D32AEE}"/>
              </a:ext>
            </a:extLst>
          </p:cNvPr>
          <p:cNvSpPr>
            <a:spLocks noGrp="1"/>
          </p:cNvSpPr>
          <p:nvPr>
            <p:ph type="pic" sz="quarter" idx="13" hasCustomPrompt="1"/>
          </p:nvPr>
        </p:nvSpPr>
        <p:spPr>
          <a:xfrm>
            <a:off x="480060" y="2143126"/>
            <a:ext cx="5210175" cy="1497328"/>
          </a:xfrm>
          <a:prstGeom prst="rect">
            <a:avLst/>
          </a:prstGeom>
        </p:spPr>
        <p:txBody>
          <a:bodyPr/>
          <a:lstStyle>
            <a:lvl1pPr marL="0" indent="0">
              <a:buNone/>
              <a:defRPr sz="1600">
                <a:solidFill>
                  <a:schemeClr val="bg1">
                    <a:lumMod val="85000"/>
                  </a:schemeClr>
                </a:solidFill>
                <a:latin typeface="Open Sans Medium" pitchFamily="2" charset="0"/>
                <a:ea typeface="Open Sans Medium" pitchFamily="2" charset="0"/>
                <a:cs typeface="Open Sans Medium" pitchFamily="2" charset="0"/>
              </a:defRPr>
            </a:lvl1pPr>
          </a:lstStyle>
          <a:p>
            <a:r>
              <a:rPr lang="de-DE" sz="1600">
                <a:latin typeface="Open Sans Medium" pitchFamily="2" charset="0"/>
                <a:ea typeface="Open Sans Medium" pitchFamily="2" charset="0"/>
                <a:cs typeface="Open Sans Medium" pitchFamily="2" charset="0"/>
              </a:rPr>
              <a:t>Auf das Icon klicken, um ein Bild hinzuzufügen.</a:t>
            </a:r>
            <a:endParaRPr lang="de-DE"/>
          </a:p>
        </p:txBody>
      </p:sp>
      <p:sp>
        <p:nvSpPr>
          <p:cNvPr id="8" name="Bildplatzhalter 11">
            <a:extLst>
              <a:ext uri="{FF2B5EF4-FFF2-40B4-BE49-F238E27FC236}">
                <a16:creationId xmlns:a16="http://schemas.microsoft.com/office/drawing/2014/main" id="{A42C4267-203F-436B-AC71-7AA973A6BC05}"/>
              </a:ext>
            </a:extLst>
          </p:cNvPr>
          <p:cNvSpPr>
            <a:spLocks noGrp="1"/>
          </p:cNvSpPr>
          <p:nvPr>
            <p:ph type="pic" sz="quarter" idx="14" hasCustomPrompt="1"/>
          </p:nvPr>
        </p:nvSpPr>
        <p:spPr>
          <a:xfrm>
            <a:off x="480060" y="3876676"/>
            <a:ext cx="5210175" cy="2063216"/>
          </a:xfrm>
          <a:prstGeom prst="rect">
            <a:avLst/>
          </a:prstGeom>
        </p:spPr>
        <p:txBody>
          <a:bodyPr/>
          <a:lstStyle>
            <a:lvl1pPr marL="0" indent="0">
              <a:buNone/>
              <a:defRPr sz="1600">
                <a:solidFill>
                  <a:schemeClr val="bg1">
                    <a:lumMod val="85000"/>
                  </a:schemeClr>
                </a:solidFill>
                <a:latin typeface="Open Sans Medium" pitchFamily="2" charset="0"/>
                <a:ea typeface="Open Sans Medium" pitchFamily="2" charset="0"/>
                <a:cs typeface="Open Sans Medium" pitchFamily="2" charset="0"/>
              </a:defRPr>
            </a:lvl1pPr>
          </a:lstStyle>
          <a:p>
            <a:r>
              <a:rPr lang="de-DE" sz="1600">
                <a:latin typeface="Open Sans Medium" pitchFamily="2" charset="0"/>
                <a:ea typeface="Open Sans Medium" pitchFamily="2" charset="0"/>
                <a:cs typeface="Open Sans Medium" pitchFamily="2" charset="0"/>
              </a:rPr>
              <a:t>Auf das Icon klicken, um ein Bild hinzuzufügen.</a:t>
            </a:r>
            <a:endParaRPr lang="de-DE"/>
          </a:p>
        </p:txBody>
      </p:sp>
      <p:pic>
        <p:nvPicPr>
          <p:cNvPr id="9" name="Grafik 8">
            <a:extLst>
              <a:ext uri="{FF2B5EF4-FFF2-40B4-BE49-F238E27FC236}">
                <a16:creationId xmlns:a16="http://schemas.microsoft.com/office/drawing/2014/main" id="{B13A16BE-180F-495B-98EC-627E356E17A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Datumsplatzhalter 3">
            <a:extLst>
              <a:ext uri="{FF2B5EF4-FFF2-40B4-BE49-F238E27FC236}">
                <a16:creationId xmlns:a16="http://schemas.microsoft.com/office/drawing/2014/main" id="{7E97987C-73D1-2FAD-333A-C80EFD3558AD}"/>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10" name="Fußzeilenplatzhalter 4">
            <a:extLst>
              <a:ext uri="{FF2B5EF4-FFF2-40B4-BE49-F238E27FC236}">
                <a16:creationId xmlns:a16="http://schemas.microsoft.com/office/drawing/2014/main" id="{CB95FC21-4536-7BBD-21E1-4A58BAAE3C7D}"/>
              </a:ext>
            </a:extLst>
          </p:cNvPr>
          <p:cNvSpPr>
            <a:spLocks noGrp="1"/>
          </p:cNvSpPr>
          <p:nvPr>
            <p:ph type="ftr" sz="quarter" idx="3"/>
          </p:nvPr>
        </p:nvSpPr>
        <p:spPr>
          <a:xfrm>
            <a:off x="1172369" y="6375600"/>
            <a:ext cx="4517865"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1245367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ild+Text_3">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Bild-Text – Zwei Bilder – Bilder links</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000"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sp>
        <p:nvSpPr>
          <p:cNvPr id="4"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6166484" y="2143124"/>
            <a:ext cx="5286375" cy="3781425"/>
          </a:xfrm>
          <a:prstGeom prst="rect">
            <a:avLst/>
          </a:prstGeom>
        </p:spPr>
        <p:txBody>
          <a:bodyPr/>
          <a:lstStyle>
            <a:lvl1pPr marL="0" indent="0">
              <a:lnSpc>
                <a:spcPts val="2200"/>
              </a:lnSpc>
              <a:spcBef>
                <a:spcPts val="600"/>
              </a:spcBef>
              <a:buFont typeface="Arial" panose="020B0604020202020204" pitchFamily="34" charset="0"/>
              <a:buNone/>
              <a:defRPr sz="16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 des Semantik, eines großen Sprachozeans. Ein kleines Bächlein namens Duden fließt durch ihren Ort und versorgt sie mit den nötigen Regalien.</a:t>
            </a:r>
            <a:br>
              <a:rPr lang="de-DE"/>
            </a:br>
            <a:br>
              <a:rPr lang="de-DE"/>
            </a:br>
            <a:r>
              <a:rPr lang="de-DE"/>
              <a:t>Es ist ein </a:t>
            </a:r>
            <a:r>
              <a:rPr lang="de-DE" err="1"/>
              <a:t>paradismatisches</a:t>
            </a:r>
            <a:r>
              <a:rPr lang="de-DE"/>
              <a:t> Land, in dem einem gebratene Satzteile in den Mund fliegen.</a:t>
            </a:r>
          </a:p>
        </p:txBody>
      </p:sp>
      <p:sp>
        <p:nvSpPr>
          <p:cNvPr id="12" name="Bildplatzhalter 11">
            <a:extLst>
              <a:ext uri="{FF2B5EF4-FFF2-40B4-BE49-F238E27FC236}">
                <a16:creationId xmlns:a16="http://schemas.microsoft.com/office/drawing/2014/main" id="{0058A7DE-A9F9-484F-B6F1-401C50D32AEE}"/>
              </a:ext>
            </a:extLst>
          </p:cNvPr>
          <p:cNvSpPr>
            <a:spLocks noGrp="1"/>
          </p:cNvSpPr>
          <p:nvPr>
            <p:ph type="pic" sz="quarter" idx="13" hasCustomPrompt="1"/>
          </p:nvPr>
        </p:nvSpPr>
        <p:spPr>
          <a:xfrm>
            <a:off x="480061" y="2143126"/>
            <a:ext cx="2486976" cy="3796766"/>
          </a:xfrm>
          <a:prstGeom prst="rect">
            <a:avLst/>
          </a:prstGeom>
        </p:spPr>
        <p:txBody>
          <a:bodyPr/>
          <a:lstStyle>
            <a:lvl1pPr marL="0" indent="0">
              <a:buNone/>
              <a:defRPr sz="1600">
                <a:solidFill>
                  <a:schemeClr val="bg1">
                    <a:lumMod val="85000"/>
                  </a:schemeClr>
                </a:solidFill>
                <a:latin typeface="Open Sans Medium" pitchFamily="2" charset="0"/>
                <a:ea typeface="Open Sans Medium" pitchFamily="2" charset="0"/>
                <a:cs typeface="Open Sans Medium" pitchFamily="2" charset="0"/>
              </a:defRPr>
            </a:lvl1pPr>
          </a:lstStyle>
          <a:p>
            <a:r>
              <a:rPr lang="de-DE" sz="1600">
                <a:latin typeface="Open Sans Medium" pitchFamily="2" charset="0"/>
                <a:ea typeface="Open Sans Medium" pitchFamily="2" charset="0"/>
                <a:cs typeface="Open Sans Medium" pitchFamily="2" charset="0"/>
              </a:rPr>
              <a:t>Auf das Icon klicken, um ein Bild hinzuzufügen.</a:t>
            </a:r>
            <a:endParaRPr lang="de-DE"/>
          </a:p>
        </p:txBody>
      </p:sp>
      <p:sp>
        <p:nvSpPr>
          <p:cNvPr id="8" name="Bildplatzhalter 11">
            <a:extLst>
              <a:ext uri="{FF2B5EF4-FFF2-40B4-BE49-F238E27FC236}">
                <a16:creationId xmlns:a16="http://schemas.microsoft.com/office/drawing/2014/main" id="{A42C4267-203F-436B-AC71-7AA973A6BC05}"/>
              </a:ext>
            </a:extLst>
          </p:cNvPr>
          <p:cNvSpPr>
            <a:spLocks noGrp="1"/>
          </p:cNvSpPr>
          <p:nvPr>
            <p:ph type="pic" sz="quarter" idx="14" hasCustomPrompt="1"/>
          </p:nvPr>
        </p:nvSpPr>
        <p:spPr>
          <a:xfrm>
            <a:off x="3203258" y="2143124"/>
            <a:ext cx="2486977" cy="3796768"/>
          </a:xfrm>
          <a:prstGeom prst="rect">
            <a:avLst/>
          </a:prstGeom>
        </p:spPr>
        <p:txBody>
          <a:bodyPr/>
          <a:lstStyle>
            <a:lvl1pPr marL="0" indent="0">
              <a:buNone/>
              <a:defRPr sz="1600">
                <a:solidFill>
                  <a:schemeClr val="bg1">
                    <a:lumMod val="85000"/>
                  </a:schemeClr>
                </a:solidFill>
                <a:latin typeface="Open Sans Medium" pitchFamily="2" charset="0"/>
                <a:ea typeface="Open Sans Medium" pitchFamily="2" charset="0"/>
                <a:cs typeface="Open Sans Medium" pitchFamily="2" charset="0"/>
              </a:defRPr>
            </a:lvl1pPr>
          </a:lstStyle>
          <a:p>
            <a:r>
              <a:rPr lang="de-DE" sz="1600">
                <a:latin typeface="Open Sans Medium" pitchFamily="2" charset="0"/>
                <a:ea typeface="Open Sans Medium" pitchFamily="2" charset="0"/>
                <a:cs typeface="Open Sans Medium" pitchFamily="2" charset="0"/>
              </a:rPr>
              <a:t>Auf das Icon klicken, um ein Bild hinzuzufügen.</a:t>
            </a:r>
            <a:endParaRPr lang="de-DE"/>
          </a:p>
        </p:txBody>
      </p:sp>
      <p:pic>
        <p:nvPicPr>
          <p:cNvPr id="9" name="Grafik 8">
            <a:extLst>
              <a:ext uri="{FF2B5EF4-FFF2-40B4-BE49-F238E27FC236}">
                <a16:creationId xmlns:a16="http://schemas.microsoft.com/office/drawing/2014/main" id="{B13A16BE-180F-495B-98EC-627E356E17A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Datumsplatzhalter 3">
            <a:extLst>
              <a:ext uri="{FF2B5EF4-FFF2-40B4-BE49-F238E27FC236}">
                <a16:creationId xmlns:a16="http://schemas.microsoft.com/office/drawing/2014/main" id="{64F09E1A-E775-DEF8-D079-5469834813B4}"/>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10" name="Fußzeilenplatzhalter 4">
            <a:extLst>
              <a:ext uri="{FF2B5EF4-FFF2-40B4-BE49-F238E27FC236}">
                <a16:creationId xmlns:a16="http://schemas.microsoft.com/office/drawing/2014/main" id="{DE04CBB8-280E-94AE-72C9-C50D48771B71}"/>
              </a:ext>
            </a:extLst>
          </p:cNvPr>
          <p:cNvSpPr>
            <a:spLocks noGrp="1"/>
          </p:cNvSpPr>
          <p:nvPr>
            <p:ph type="ftr" sz="quarter" idx="3"/>
          </p:nvPr>
        </p:nvSpPr>
        <p:spPr>
          <a:xfrm>
            <a:off x="1172369" y="6375600"/>
            <a:ext cx="4517865"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19678887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2-spaltig">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Text-Text – Zwei Textfelder</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000"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pic>
        <p:nvPicPr>
          <p:cNvPr id="9" name="Grafik 8">
            <a:extLst>
              <a:ext uri="{FF2B5EF4-FFF2-40B4-BE49-F238E27FC236}">
                <a16:creationId xmlns:a16="http://schemas.microsoft.com/office/drawing/2014/main" id="{B13A16BE-180F-495B-98EC-627E356E17A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11" name="Textplatzhalter 4">
            <a:extLst>
              <a:ext uri="{FF2B5EF4-FFF2-40B4-BE49-F238E27FC236}">
                <a16:creationId xmlns:a16="http://schemas.microsoft.com/office/drawing/2014/main" id="{011EDF9F-5FE4-FE01-147E-652ED49FCDE6}"/>
              </a:ext>
            </a:extLst>
          </p:cNvPr>
          <p:cNvSpPr>
            <a:spLocks noGrp="1"/>
          </p:cNvSpPr>
          <p:nvPr>
            <p:ph type="body" sz="quarter" idx="20" hasCustomPrompt="1"/>
          </p:nvPr>
        </p:nvSpPr>
        <p:spPr>
          <a:xfrm>
            <a:off x="478802" y="2142001"/>
            <a:ext cx="5209199" cy="570720"/>
          </a:xfrm>
          <a:prstGeom prst="rect">
            <a:avLst/>
          </a:prstGeom>
          <a:solidFill>
            <a:schemeClr val="accent1"/>
          </a:solidFill>
          <a:ln>
            <a:solidFill>
              <a:schemeClr val="accent1"/>
            </a:solidFill>
          </a:ln>
        </p:spPr>
        <p:txBody>
          <a:bodyPr lIns="90000" tIns="72000" anchor="ctr"/>
          <a:lstStyle>
            <a:lvl1pPr marL="21600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eins</a:t>
            </a:r>
          </a:p>
        </p:txBody>
      </p:sp>
      <p:sp>
        <p:nvSpPr>
          <p:cNvPr id="12" name="Textplatzhalter 3">
            <a:extLst>
              <a:ext uri="{FF2B5EF4-FFF2-40B4-BE49-F238E27FC236}">
                <a16:creationId xmlns:a16="http://schemas.microsoft.com/office/drawing/2014/main" id="{23A5BA80-3B60-7BF6-CB03-FFE07A5C67EE}"/>
              </a:ext>
            </a:extLst>
          </p:cNvPr>
          <p:cNvSpPr>
            <a:spLocks noGrp="1"/>
          </p:cNvSpPr>
          <p:nvPr>
            <p:ph type="body" sz="quarter" idx="15" hasCustomPrompt="1"/>
          </p:nvPr>
        </p:nvSpPr>
        <p:spPr>
          <a:xfrm>
            <a:off x="478801" y="2712721"/>
            <a:ext cx="5209200" cy="3210704"/>
          </a:xfrm>
          <a:prstGeom prst="rect">
            <a:avLst/>
          </a:prstGeom>
          <a:ln>
            <a:solidFill>
              <a:schemeClr val="accent1"/>
            </a:solidFill>
          </a:ln>
        </p:spPr>
        <p:txBody>
          <a:bodyPr tIns="270000" anchor="t"/>
          <a:lstStyle>
            <a:lvl1pPr marL="558900" indent="-342900">
              <a:lnSpc>
                <a:spcPts val="2200"/>
              </a:lnSpc>
              <a:spcBef>
                <a:spcPts val="600"/>
              </a:spcBef>
              <a:buFont typeface="+mj-lt"/>
              <a:buAutoNum type="arabicPeriod"/>
              <a:defRPr sz="1600">
                <a:latin typeface="Open Sans Medium" pitchFamily="2" charset="0"/>
                <a:ea typeface="Open Sans Medium" pitchFamily="2" charset="0"/>
                <a:cs typeface="Open Sans Medium" pitchFamily="2" charset="0"/>
              </a:defRPr>
            </a:lvl1pPr>
            <a:lvl2pPr marL="457200" indent="0">
              <a:lnSpc>
                <a:spcPts val="2000"/>
              </a:lnSpc>
              <a:buFont typeface="Symbol" panose="05050102010706020507" pitchFamily="18" charset="2"/>
              <a:buNone/>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 des Semantik, eines großen Sprachozeans. Ein kleines Bächlein namens Duden fließt durch ihren Ort und versorgt sie mit den nötigen Regalien.</a:t>
            </a:r>
            <a:br>
              <a:rPr lang="de-DE"/>
            </a:br>
            <a:endParaRPr lang="de-DE"/>
          </a:p>
        </p:txBody>
      </p:sp>
      <p:sp>
        <p:nvSpPr>
          <p:cNvPr id="16" name="Textplatzhalter 4">
            <a:extLst>
              <a:ext uri="{FF2B5EF4-FFF2-40B4-BE49-F238E27FC236}">
                <a16:creationId xmlns:a16="http://schemas.microsoft.com/office/drawing/2014/main" id="{36B4152F-B5A9-7C6E-2E3C-306FD3C47737}"/>
              </a:ext>
            </a:extLst>
          </p:cNvPr>
          <p:cNvSpPr>
            <a:spLocks noGrp="1"/>
          </p:cNvSpPr>
          <p:nvPr>
            <p:ph type="body" sz="quarter" idx="21" hasCustomPrompt="1"/>
          </p:nvPr>
        </p:nvSpPr>
        <p:spPr>
          <a:xfrm>
            <a:off x="6166485" y="2142001"/>
            <a:ext cx="5209199" cy="570720"/>
          </a:xfrm>
          <a:prstGeom prst="rect">
            <a:avLst/>
          </a:prstGeom>
          <a:solidFill>
            <a:schemeClr val="accent1"/>
          </a:solidFill>
          <a:ln>
            <a:solidFill>
              <a:schemeClr val="accent1"/>
            </a:solidFill>
          </a:ln>
        </p:spPr>
        <p:txBody>
          <a:bodyPr lIns="90000" tIns="72000" anchor="ctr"/>
          <a:lstStyle>
            <a:lvl1pPr marL="21600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zwei</a:t>
            </a:r>
          </a:p>
        </p:txBody>
      </p:sp>
      <p:sp>
        <p:nvSpPr>
          <p:cNvPr id="17" name="Textplatzhalter 3">
            <a:extLst>
              <a:ext uri="{FF2B5EF4-FFF2-40B4-BE49-F238E27FC236}">
                <a16:creationId xmlns:a16="http://schemas.microsoft.com/office/drawing/2014/main" id="{30D0F464-886E-71E4-B523-5DF554CC5CFA}"/>
              </a:ext>
            </a:extLst>
          </p:cNvPr>
          <p:cNvSpPr>
            <a:spLocks noGrp="1"/>
          </p:cNvSpPr>
          <p:nvPr>
            <p:ph type="body" sz="quarter" idx="22" hasCustomPrompt="1"/>
          </p:nvPr>
        </p:nvSpPr>
        <p:spPr>
          <a:xfrm>
            <a:off x="6166484" y="2712721"/>
            <a:ext cx="5209200" cy="3210704"/>
          </a:xfrm>
          <a:prstGeom prst="rect">
            <a:avLst/>
          </a:prstGeom>
          <a:ln>
            <a:solidFill>
              <a:schemeClr val="accent1"/>
            </a:solidFill>
          </a:ln>
        </p:spPr>
        <p:txBody>
          <a:bodyPr tIns="270000" anchor="t"/>
          <a:lstStyle>
            <a:lvl1pPr marL="558900" indent="-342900">
              <a:lnSpc>
                <a:spcPts val="2200"/>
              </a:lnSpc>
              <a:spcBef>
                <a:spcPts val="600"/>
              </a:spcBef>
              <a:buFont typeface="+mj-lt"/>
              <a:buAutoNum type="arabicPeriod"/>
              <a:defRPr sz="1600">
                <a:latin typeface="Open Sans Medium" pitchFamily="2" charset="0"/>
                <a:ea typeface="Open Sans Medium" pitchFamily="2" charset="0"/>
                <a:cs typeface="Open Sans Medium" pitchFamily="2" charset="0"/>
              </a:defRPr>
            </a:lvl1pPr>
            <a:lvl2pPr marL="457200" indent="0">
              <a:lnSpc>
                <a:spcPts val="2000"/>
              </a:lnSpc>
              <a:buFont typeface="Symbol" panose="05050102010706020507" pitchFamily="18" charset="2"/>
              <a:buNone/>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 </a:t>
            </a:r>
            <a:r>
              <a:rPr lang="de-DE" err="1"/>
              <a:t>Vokalien</a:t>
            </a:r>
            <a:r>
              <a:rPr lang="de-DE"/>
              <a:t> und </a:t>
            </a:r>
            <a:r>
              <a:rPr lang="de-DE" err="1"/>
              <a:t>Konsonantien</a:t>
            </a:r>
            <a:r>
              <a:rPr lang="de-DE"/>
              <a:t> leben die Blindtexte. Abgeschieden wohnen sie in Buchstabenhausen an der Küste des Semantik, eines großen Sprachozeans. Ein kleines Bächlein namens Duden fließt durch ihren Ort und versorgt sie mit den nötigen Regalien.</a:t>
            </a:r>
            <a:br>
              <a:rPr lang="de-DE"/>
            </a:br>
            <a:endParaRPr lang="de-DE"/>
          </a:p>
        </p:txBody>
      </p:sp>
      <p:sp>
        <p:nvSpPr>
          <p:cNvPr id="3" name="Datumsplatzhalter 3">
            <a:extLst>
              <a:ext uri="{FF2B5EF4-FFF2-40B4-BE49-F238E27FC236}">
                <a16:creationId xmlns:a16="http://schemas.microsoft.com/office/drawing/2014/main" id="{22C41C56-682B-5437-E786-BA12C8BA3BC0}"/>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4" name="Fußzeilenplatzhalter 4">
            <a:extLst>
              <a:ext uri="{FF2B5EF4-FFF2-40B4-BE49-F238E27FC236}">
                <a16:creationId xmlns:a16="http://schemas.microsoft.com/office/drawing/2014/main" id="{9FAD4EDA-6CF1-0510-4880-606ADEC819D1}"/>
              </a:ext>
            </a:extLst>
          </p:cNvPr>
          <p:cNvSpPr>
            <a:spLocks noGrp="1"/>
          </p:cNvSpPr>
          <p:nvPr>
            <p:ph type="ftr" sz="quarter" idx="3"/>
          </p:nvPr>
        </p:nvSpPr>
        <p:spPr>
          <a:xfrm>
            <a:off x="1172369" y="6375600"/>
            <a:ext cx="4515631"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32232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 Textbox">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EF98AE4B-B76A-66C0-0309-60D0D729F029}"/>
              </a:ext>
            </a:extLst>
          </p:cNvPr>
          <p:cNvSpPr/>
          <p:nvPr userDrawn="1"/>
        </p:nvSpPr>
        <p:spPr>
          <a:xfrm>
            <a:off x="7991688" y="2059304"/>
            <a:ext cx="3432841" cy="3865246"/>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8070174"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Text-Text – Textfeld und Infobox</a:t>
            </a:r>
          </a:p>
        </p:txBody>
      </p:sp>
      <p:sp>
        <p:nvSpPr>
          <p:cNvPr id="7" name="Textplatzhalter 4">
            <a:extLst>
              <a:ext uri="{FF2B5EF4-FFF2-40B4-BE49-F238E27FC236}">
                <a16:creationId xmlns:a16="http://schemas.microsoft.com/office/drawing/2014/main" id="{D02AD173-E04D-4FED-A7AE-395816D432D9}"/>
              </a:ext>
            </a:extLst>
          </p:cNvPr>
          <p:cNvSpPr>
            <a:spLocks noGrp="1"/>
          </p:cNvSpPr>
          <p:nvPr>
            <p:ph type="body" sz="quarter" idx="11" hasCustomPrompt="1"/>
          </p:nvPr>
        </p:nvSpPr>
        <p:spPr>
          <a:xfrm>
            <a:off x="480060" y="1130183"/>
            <a:ext cx="7038975" cy="652897"/>
          </a:xfrm>
          <a:prstGeom prst="rect">
            <a:avLst/>
          </a:prstGeom>
        </p:spPr>
        <p:txBody>
          <a:bodyPr/>
          <a:lstStyle>
            <a:lvl1pPr marL="0" indent="0">
              <a:lnSpc>
                <a:spcPts val="2400"/>
              </a:lnSpc>
              <a:buNone/>
              <a:defRPr sz="2000">
                <a:solidFill>
                  <a:srgbClr val="00666B"/>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Weit hinten, hinter den Wortbergen, fern der Länder </a:t>
            </a:r>
            <a:br>
              <a:rPr lang="de-DE"/>
            </a:br>
            <a:r>
              <a:rPr lang="de-DE" err="1"/>
              <a:t>Vokalien</a:t>
            </a:r>
            <a:r>
              <a:rPr lang="de-DE"/>
              <a:t> &amp; </a:t>
            </a:r>
            <a:r>
              <a:rPr lang="de-DE" err="1"/>
              <a:t>Konsonantien</a:t>
            </a:r>
            <a:r>
              <a:rPr lang="de-DE"/>
              <a:t> leben die Buchstaben.</a:t>
            </a:r>
          </a:p>
        </p:txBody>
      </p:sp>
      <p:sp>
        <p:nvSpPr>
          <p:cNvPr id="4"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480060" y="2059304"/>
            <a:ext cx="7038975" cy="3865246"/>
          </a:xfrm>
          <a:prstGeom prst="rect">
            <a:avLst/>
          </a:prstGeom>
        </p:spPr>
        <p:txBody>
          <a:bodyPr/>
          <a:lstStyle>
            <a:lvl1pPr marL="228600" indent="-228600">
              <a:lnSpc>
                <a:spcPts val="2200"/>
              </a:lnSpc>
              <a:spcBef>
                <a:spcPts val="600"/>
              </a:spcBef>
              <a:buFont typeface="Symbol" panose="05050102010706020507" pitchFamily="18" charset="2"/>
              <a:buChar char="-"/>
              <a:defRPr sz="16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a:t>
            </a:r>
          </a:p>
          <a:p>
            <a:pPr lvl="0"/>
            <a:r>
              <a:rPr lang="de-DE"/>
              <a:t>Alle Wortberge auf einen Blick</a:t>
            </a:r>
          </a:p>
          <a:p>
            <a:pPr lvl="0"/>
            <a:r>
              <a:rPr lang="de-DE"/>
              <a:t>Buchstabenhausen</a:t>
            </a:r>
          </a:p>
          <a:p>
            <a:pPr lvl="0"/>
            <a:r>
              <a:rPr lang="de-DE"/>
              <a:t>Alle Wortberge in einem Bild und dahinter noch </a:t>
            </a:r>
            <a:br>
              <a:rPr lang="de-DE"/>
            </a:br>
            <a:r>
              <a:rPr lang="de-DE"/>
              <a:t>weitere Wortberge, sogar –</a:t>
            </a:r>
            <a:r>
              <a:rPr lang="de-DE" err="1"/>
              <a:t>hügel</a:t>
            </a:r>
            <a:endParaRPr lang="de-DE"/>
          </a:p>
          <a:p>
            <a:pPr lvl="0"/>
            <a:r>
              <a:rPr lang="de-DE" err="1"/>
              <a:t>Konsonantien</a:t>
            </a:r>
            <a:r>
              <a:rPr lang="de-DE"/>
              <a:t> und </a:t>
            </a:r>
            <a:r>
              <a:rPr lang="de-DE" err="1"/>
              <a:t>Vokalien</a:t>
            </a:r>
            <a:endParaRPr lang="de-DE"/>
          </a:p>
          <a:p>
            <a:pPr lvl="0"/>
            <a:r>
              <a:rPr lang="de-DE"/>
              <a:t>Alle Wortberge stehen weit hinter </a:t>
            </a:r>
            <a:r>
              <a:rPr lang="de-DE" err="1"/>
              <a:t>Konsonantien</a:t>
            </a:r>
            <a:r>
              <a:rPr lang="de-DE"/>
              <a:t> und </a:t>
            </a:r>
            <a:br>
              <a:rPr lang="de-DE"/>
            </a:br>
            <a:r>
              <a:rPr lang="de-DE" err="1"/>
              <a:t>Vokalien</a:t>
            </a:r>
            <a:r>
              <a:rPr lang="de-DE"/>
              <a:t>, sodass sich dort, wo die Textstraße endet, </a:t>
            </a:r>
            <a:br>
              <a:rPr lang="de-DE"/>
            </a:br>
            <a:r>
              <a:rPr lang="de-DE"/>
              <a:t>ein neuer Satz auftut</a:t>
            </a:r>
          </a:p>
        </p:txBody>
      </p:sp>
      <p:pic>
        <p:nvPicPr>
          <p:cNvPr id="8" name="Grafik 7">
            <a:extLst>
              <a:ext uri="{FF2B5EF4-FFF2-40B4-BE49-F238E27FC236}">
                <a16:creationId xmlns:a16="http://schemas.microsoft.com/office/drawing/2014/main" id="{4736C3B5-F5A3-463A-ACB5-8702CF065E6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15" name="Textplatzhalter 3">
            <a:extLst>
              <a:ext uri="{FF2B5EF4-FFF2-40B4-BE49-F238E27FC236}">
                <a16:creationId xmlns:a16="http://schemas.microsoft.com/office/drawing/2014/main" id="{45BC9AC5-3229-B290-5E43-05D153505AA0}"/>
              </a:ext>
            </a:extLst>
          </p:cNvPr>
          <p:cNvSpPr>
            <a:spLocks noGrp="1"/>
          </p:cNvSpPr>
          <p:nvPr>
            <p:ph type="body" sz="quarter" idx="37" hasCustomPrompt="1"/>
          </p:nvPr>
        </p:nvSpPr>
        <p:spPr>
          <a:xfrm>
            <a:off x="8269939" y="2899544"/>
            <a:ext cx="2884133" cy="2842350"/>
          </a:xfrm>
          <a:prstGeom prst="rect">
            <a:avLst/>
          </a:prstGeom>
        </p:spPr>
        <p:txBody>
          <a:bodyPr/>
          <a:lstStyle>
            <a:lvl1pPr marL="285750" indent="-285750">
              <a:lnSpc>
                <a:spcPts val="2200"/>
              </a:lnSpc>
              <a:spcBef>
                <a:spcPts val="600"/>
              </a:spcBef>
              <a:buFont typeface="Wingdings" panose="05000000000000000000" pitchFamily="2" charset="2"/>
              <a:buChar char="ü"/>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eins Weit hinten, hinter den Wortbergen, </a:t>
            </a:r>
          </a:p>
          <a:p>
            <a:pPr lvl="0"/>
            <a:r>
              <a:rPr lang="de-DE"/>
              <a:t>fern der Länder </a:t>
            </a:r>
            <a:r>
              <a:rPr lang="de-DE" err="1"/>
              <a:t>Vokalien</a:t>
            </a:r>
            <a:r>
              <a:rPr lang="de-DE"/>
              <a:t> und </a:t>
            </a:r>
            <a:r>
              <a:rPr lang="de-DE" err="1"/>
              <a:t>Konsonantien</a:t>
            </a:r>
            <a:r>
              <a:rPr lang="de-DE"/>
              <a:t> leben </a:t>
            </a:r>
          </a:p>
          <a:p>
            <a:pPr lvl="0"/>
            <a:r>
              <a:rPr lang="de-DE"/>
              <a:t>die Blindtexte an einem schönen Ufer.</a:t>
            </a:r>
          </a:p>
        </p:txBody>
      </p:sp>
      <p:sp>
        <p:nvSpPr>
          <p:cNvPr id="16" name="Textplatzhalter 4">
            <a:extLst>
              <a:ext uri="{FF2B5EF4-FFF2-40B4-BE49-F238E27FC236}">
                <a16:creationId xmlns:a16="http://schemas.microsoft.com/office/drawing/2014/main" id="{10882412-D5C6-BE3D-D96A-488873A01F4C}"/>
              </a:ext>
            </a:extLst>
          </p:cNvPr>
          <p:cNvSpPr>
            <a:spLocks noGrp="1"/>
          </p:cNvSpPr>
          <p:nvPr>
            <p:ph type="body" sz="quarter" idx="38" hasCustomPrompt="1"/>
          </p:nvPr>
        </p:nvSpPr>
        <p:spPr>
          <a:xfrm>
            <a:off x="8269940" y="2330759"/>
            <a:ext cx="2884133"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Checkbox</a:t>
            </a:r>
          </a:p>
        </p:txBody>
      </p:sp>
      <p:sp>
        <p:nvSpPr>
          <p:cNvPr id="3" name="Datumsplatzhalter 3">
            <a:extLst>
              <a:ext uri="{FF2B5EF4-FFF2-40B4-BE49-F238E27FC236}">
                <a16:creationId xmlns:a16="http://schemas.microsoft.com/office/drawing/2014/main" id="{3385E91E-526D-1E54-2498-BBA569DB2C40}"/>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9" name="Fußzeilenplatzhalter 4">
            <a:extLst>
              <a:ext uri="{FF2B5EF4-FFF2-40B4-BE49-F238E27FC236}">
                <a16:creationId xmlns:a16="http://schemas.microsoft.com/office/drawing/2014/main" id="{5D113EB2-EEE7-E804-8DB2-F3E292292480}"/>
              </a:ext>
            </a:extLst>
          </p:cNvPr>
          <p:cNvSpPr>
            <a:spLocks noGrp="1"/>
          </p:cNvSpPr>
          <p:nvPr>
            <p:ph type="ftr" sz="quarter" idx="3"/>
          </p:nvPr>
        </p:nvSpPr>
        <p:spPr>
          <a:xfrm>
            <a:off x="1172369" y="6375600"/>
            <a:ext cx="6346665"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530216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 eigenes Design_1">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Tabelle hell – ohne </a:t>
            </a:r>
            <a:r>
              <a:rPr lang="de-DE" err="1"/>
              <a:t>Introtext</a:t>
            </a:r>
            <a:endParaRPr lang="de-DE"/>
          </a:p>
        </p:txBody>
      </p:sp>
      <p:pic>
        <p:nvPicPr>
          <p:cNvPr id="9" name="Grafik 8">
            <a:extLst>
              <a:ext uri="{FF2B5EF4-FFF2-40B4-BE49-F238E27FC236}">
                <a16:creationId xmlns:a16="http://schemas.microsoft.com/office/drawing/2014/main" id="{B13A16BE-180F-495B-98EC-627E356E17A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Textplatzhalter 3">
            <a:extLst>
              <a:ext uri="{FF2B5EF4-FFF2-40B4-BE49-F238E27FC236}">
                <a16:creationId xmlns:a16="http://schemas.microsoft.com/office/drawing/2014/main" id="{7845B3AE-2323-E49B-7676-1453859A342B}"/>
              </a:ext>
            </a:extLst>
          </p:cNvPr>
          <p:cNvSpPr>
            <a:spLocks noGrp="1"/>
          </p:cNvSpPr>
          <p:nvPr>
            <p:ph type="body" sz="quarter" idx="12" hasCustomPrompt="1"/>
          </p:nvPr>
        </p:nvSpPr>
        <p:spPr>
          <a:xfrm>
            <a:off x="480060" y="5477301"/>
            <a:ext cx="8126741" cy="447248"/>
          </a:xfrm>
          <a:prstGeom prst="rect">
            <a:avLst/>
          </a:prstGeom>
        </p:spPr>
        <p:txBody>
          <a:bodyPr/>
          <a:lstStyle>
            <a:lvl1pPr marL="0" indent="0" algn="l">
              <a:lnSpc>
                <a:spcPts val="1375"/>
              </a:lnSpc>
              <a:spcBef>
                <a:spcPts val="600"/>
              </a:spcBef>
              <a:buFontTx/>
              <a:buNone/>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Hier ist Platz für eine Erklärung unter der Tabelle. Weit hinten, hinter den Wortbergen, fern der Länder </a:t>
            </a:r>
            <a:r>
              <a:rPr lang="de-DE" err="1"/>
              <a:t>Vokalien</a:t>
            </a:r>
            <a:r>
              <a:rPr lang="de-DE"/>
              <a:t> und </a:t>
            </a:r>
            <a:r>
              <a:rPr lang="de-DE" err="1"/>
              <a:t>Konsonantien</a:t>
            </a:r>
            <a:r>
              <a:rPr lang="de-DE"/>
              <a:t> leben die Blindtexte. Abgeschieden wohnen sie in Buchstabhausen an der Küste des Semantik, eines großen Sprachozeans. </a:t>
            </a:r>
          </a:p>
        </p:txBody>
      </p:sp>
      <p:sp>
        <p:nvSpPr>
          <p:cNvPr id="16" name="Textplatzhalter 3">
            <a:extLst>
              <a:ext uri="{FF2B5EF4-FFF2-40B4-BE49-F238E27FC236}">
                <a16:creationId xmlns:a16="http://schemas.microsoft.com/office/drawing/2014/main" id="{5A4200B0-716C-07A0-6BAB-D4482B3B8406}"/>
              </a:ext>
            </a:extLst>
          </p:cNvPr>
          <p:cNvSpPr>
            <a:spLocks noGrp="1"/>
          </p:cNvSpPr>
          <p:nvPr>
            <p:ph type="body" sz="quarter" idx="16" hasCustomPrompt="1"/>
          </p:nvPr>
        </p:nvSpPr>
        <p:spPr>
          <a:xfrm>
            <a:off x="9034818" y="1539063"/>
            <a:ext cx="2418041" cy="276089"/>
          </a:xfrm>
          <a:prstGeom prst="rect">
            <a:avLst/>
          </a:prstGeom>
        </p:spPr>
        <p:txBody>
          <a:bodyPr anchor="ctr"/>
          <a:lstStyle>
            <a:lvl1pPr marL="0" indent="0" algn="l">
              <a:lnSpc>
                <a:spcPts val="1375"/>
              </a:lnSpc>
              <a:spcBef>
                <a:spcPts val="600"/>
              </a:spcBef>
              <a:buFontTx/>
              <a:buNone/>
              <a:defRPr sz="1100">
                <a:latin typeface="Space Grotesk Medium" pitchFamily="2" charset="0"/>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Überschrift Legende optional</a:t>
            </a:r>
          </a:p>
        </p:txBody>
      </p:sp>
      <p:sp>
        <p:nvSpPr>
          <p:cNvPr id="17" name="Textplatzhalter 3">
            <a:extLst>
              <a:ext uri="{FF2B5EF4-FFF2-40B4-BE49-F238E27FC236}">
                <a16:creationId xmlns:a16="http://schemas.microsoft.com/office/drawing/2014/main" id="{DD61E2C3-F01A-874C-7884-737FCB8581C1}"/>
              </a:ext>
            </a:extLst>
          </p:cNvPr>
          <p:cNvSpPr>
            <a:spLocks noGrp="1"/>
          </p:cNvSpPr>
          <p:nvPr>
            <p:ph type="body" sz="quarter" idx="17" hasCustomPrompt="1"/>
          </p:nvPr>
        </p:nvSpPr>
        <p:spPr>
          <a:xfrm>
            <a:off x="9034818" y="1910688"/>
            <a:ext cx="2418041" cy="1878840"/>
          </a:xfrm>
          <a:prstGeom prst="rect">
            <a:avLst/>
          </a:prstGeom>
        </p:spPr>
        <p:txBody>
          <a:bodyPr/>
          <a:lstStyle>
            <a:lvl1pPr marL="171450" indent="-171450" algn="l">
              <a:lnSpc>
                <a:spcPts val="1375"/>
              </a:lnSpc>
              <a:spcBef>
                <a:spcPts val="600"/>
              </a:spcBef>
              <a:buFont typeface="Symbol" panose="05050102010706020507" pitchFamily="18" charset="2"/>
              <a:buChar char="-"/>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a:t>
            </a:r>
          </a:p>
          <a:p>
            <a:pPr lvl="0"/>
            <a:r>
              <a:rPr lang="de-DE" err="1"/>
              <a:t>Vokalien</a:t>
            </a:r>
            <a:r>
              <a:rPr lang="de-DE"/>
              <a:t> und </a:t>
            </a:r>
            <a:r>
              <a:rPr lang="de-DE" err="1"/>
              <a:t>Konsonantien</a:t>
            </a:r>
            <a:r>
              <a:rPr lang="de-DE"/>
              <a:t> leben die Blindtexte. </a:t>
            </a:r>
          </a:p>
          <a:p>
            <a:pPr lvl="0"/>
            <a:r>
              <a:rPr lang="de-DE"/>
              <a:t>Ein kleines Bächlein namens Duden fließt durch ihren Ort und versorgt sie mit den nötigen </a:t>
            </a:r>
            <a:r>
              <a:rPr lang="de-DE" err="1"/>
              <a:t>Regelialien</a:t>
            </a:r>
            <a:r>
              <a:rPr lang="de-DE"/>
              <a:t>. </a:t>
            </a:r>
          </a:p>
        </p:txBody>
      </p:sp>
      <p:sp>
        <p:nvSpPr>
          <p:cNvPr id="12" name="Datumsplatzhalter 3">
            <a:extLst>
              <a:ext uri="{FF2B5EF4-FFF2-40B4-BE49-F238E27FC236}">
                <a16:creationId xmlns:a16="http://schemas.microsoft.com/office/drawing/2014/main" id="{B0788EFE-BB1E-340D-9C9F-D40DABDE58B6}"/>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15" name="Fußzeilenplatzhalter 4">
            <a:extLst>
              <a:ext uri="{FF2B5EF4-FFF2-40B4-BE49-F238E27FC236}">
                <a16:creationId xmlns:a16="http://schemas.microsoft.com/office/drawing/2014/main" id="{9882476D-880D-8BCE-D1F0-C867C2F9C116}"/>
              </a:ext>
            </a:extLst>
          </p:cNvPr>
          <p:cNvSpPr>
            <a:spLocks noGrp="1"/>
          </p:cNvSpPr>
          <p:nvPr>
            <p:ph type="ftr" sz="quarter" idx="3"/>
          </p:nvPr>
        </p:nvSpPr>
        <p:spPr>
          <a:xfrm>
            <a:off x="1172369" y="6375600"/>
            <a:ext cx="7375457"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3757323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 vorgegebenes Design_1">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Tabelle hell – ohne </a:t>
            </a:r>
            <a:r>
              <a:rPr lang="de-DE" err="1"/>
              <a:t>Introtext</a:t>
            </a:r>
            <a:endParaRPr lang="de-DE"/>
          </a:p>
        </p:txBody>
      </p:sp>
      <p:pic>
        <p:nvPicPr>
          <p:cNvPr id="9" name="Grafik 8">
            <a:extLst>
              <a:ext uri="{FF2B5EF4-FFF2-40B4-BE49-F238E27FC236}">
                <a16:creationId xmlns:a16="http://schemas.microsoft.com/office/drawing/2014/main" id="{B13A16BE-180F-495B-98EC-627E356E17A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Textplatzhalter 3">
            <a:extLst>
              <a:ext uri="{FF2B5EF4-FFF2-40B4-BE49-F238E27FC236}">
                <a16:creationId xmlns:a16="http://schemas.microsoft.com/office/drawing/2014/main" id="{7845B3AE-2323-E49B-7676-1453859A342B}"/>
              </a:ext>
            </a:extLst>
          </p:cNvPr>
          <p:cNvSpPr>
            <a:spLocks noGrp="1"/>
          </p:cNvSpPr>
          <p:nvPr>
            <p:ph type="body" sz="quarter" idx="12" hasCustomPrompt="1"/>
          </p:nvPr>
        </p:nvSpPr>
        <p:spPr>
          <a:xfrm>
            <a:off x="480060" y="5477301"/>
            <a:ext cx="8126741" cy="447248"/>
          </a:xfrm>
          <a:prstGeom prst="rect">
            <a:avLst/>
          </a:prstGeom>
        </p:spPr>
        <p:txBody>
          <a:bodyPr/>
          <a:lstStyle>
            <a:lvl1pPr marL="0" indent="0" algn="l">
              <a:lnSpc>
                <a:spcPts val="1375"/>
              </a:lnSpc>
              <a:spcBef>
                <a:spcPts val="600"/>
              </a:spcBef>
              <a:buFontTx/>
              <a:buNone/>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Hier ist Platz für eine Erklärung unter der Tabelle. Weit hinten, hinter den Wortbergen, fern der Länder </a:t>
            </a:r>
            <a:r>
              <a:rPr lang="de-DE" err="1"/>
              <a:t>Vokalien</a:t>
            </a:r>
            <a:r>
              <a:rPr lang="de-DE"/>
              <a:t> und </a:t>
            </a:r>
            <a:r>
              <a:rPr lang="de-DE" err="1"/>
              <a:t>Konsonantien</a:t>
            </a:r>
            <a:r>
              <a:rPr lang="de-DE"/>
              <a:t> leben die Blindtexte. Abgeschieden wohnen sie in Buchstabhausen an der Küste des Semantik, eines großen Sprachozeans. </a:t>
            </a:r>
          </a:p>
        </p:txBody>
      </p:sp>
      <p:sp>
        <p:nvSpPr>
          <p:cNvPr id="16" name="Textplatzhalter 3">
            <a:extLst>
              <a:ext uri="{FF2B5EF4-FFF2-40B4-BE49-F238E27FC236}">
                <a16:creationId xmlns:a16="http://schemas.microsoft.com/office/drawing/2014/main" id="{5A4200B0-716C-07A0-6BAB-D4482B3B8406}"/>
              </a:ext>
            </a:extLst>
          </p:cNvPr>
          <p:cNvSpPr>
            <a:spLocks noGrp="1"/>
          </p:cNvSpPr>
          <p:nvPr>
            <p:ph type="body" sz="quarter" idx="16" hasCustomPrompt="1"/>
          </p:nvPr>
        </p:nvSpPr>
        <p:spPr>
          <a:xfrm>
            <a:off x="9034818" y="1539063"/>
            <a:ext cx="2418041" cy="276089"/>
          </a:xfrm>
          <a:prstGeom prst="rect">
            <a:avLst/>
          </a:prstGeom>
        </p:spPr>
        <p:txBody>
          <a:bodyPr anchor="ctr"/>
          <a:lstStyle>
            <a:lvl1pPr marL="0" indent="0" algn="l">
              <a:lnSpc>
                <a:spcPts val="1375"/>
              </a:lnSpc>
              <a:spcBef>
                <a:spcPts val="600"/>
              </a:spcBef>
              <a:buFontTx/>
              <a:buNone/>
              <a:defRPr sz="1100">
                <a:latin typeface="Space Grotesk Medium" pitchFamily="2" charset="0"/>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Überschrift Legende optional</a:t>
            </a:r>
          </a:p>
        </p:txBody>
      </p:sp>
      <p:sp>
        <p:nvSpPr>
          <p:cNvPr id="17" name="Textplatzhalter 3">
            <a:extLst>
              <a:ext uri="{FF2B5EF4-FFF2-40B4-BE49-F238E27FC236}">
                <a16:creationId xmlns:a16="http://schemas.microsoft.com/office/drawing/2014/main" id="{DD61E2C3-F01A-874C-7884-737FCB8581C1}"/>
              </a:ext>
            </a:extLst>
          </p:cNvPr>
          <p:cNvSpPr>
            <a:spLocks noGrp="1"/>
          </p:cNvSpPr>
          <p:nvPr>
            <p:ph type="body" sz="quarter" idx="17" hasCustomPrompt="1"/>
          </p:nvPr>
        </p:nvSpPr>
        <p:spPr>
          <a:xfrm>
            <a:off x="9034818" y="1910688"/>
            <a:ext cx="2418041" cy="1878840"/>
          </a:xfrm>
          <a:prstGeom prst="rect">
            <a:avLst/>
          </a:prstGeom>
        </p:spPr>
        <p:txBody>
          <a:bodyPr/>
          <a:lstStyle>
            <a:lvl1pPr marL="171450" indent="-171450" algn="l">
              <a:lnSpc>
                <a:spcPts val="1375"/>
              </a:lnSpc>
              <a:spcBef>
                <a:spcPts val="600"/>
              </a:spcBef>
              <a:buFont typeface="Symbol" panose="05050102010706020507" pitchFamily="18" charset="2"/>
              <a:buChar char="-"/>
              <a:defRPr sz="10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a:t>
            </a:r>
          </a:p>
          <a:p>
            <a:pPr lvl="0"/>
            <a:r>
              <a:rPr lang="de-DE" err="1"/>
              <a:t>Vokalien</a:t>
            </a:r>
            <a:r>
              <a:rPr lang="de-DE"/>
              <a:t> und </a:t>
            </a:r>
            <a:r>
              <a:rPr lang="de-DE" err="1"/>
              <a:t>Konsonantien</a:t>
            </a:r>
            <a:r>
              <a:rPr lang="de-DE"/>
              <a:t> leben die Blindtexte. </a:t>
            </a:r>
          </a:p>
          <a:p>
            <a:pPr lvl="0"/>
            <a:r>
              <a:rPr lang="de-DE"/>
              <a:t>Ein kleines Bächlein namens Duden fließt durch ihren Ort und versorgt sie mit den nötigen </a:t>
            </a:r>
            <a:r>
              <a:rPr lang="de-DE" err="1"/>
              <a:t>Regelialien</a:t>
            </a:r>
            <a:r>
              <a:rPr lang="de-DE"/>
              <a:t>. </a:t>
            </a:r>
          </a:p>
        </p:txBody>
      </p:sp>
      <p:sp>
        <p:nvSpPr>
          <p:cNvPr id="7" name="Tabellenplatzhalter 6">
            <a:extLst>
              <a:ext uri="{FF2B5EF4-FFF2-40B4-BE49-F238E27FC236}">
                <a16:creationId xmlns:a16="http://schemas.microsoft.com/office/drawing/2014/main" id="{3BC650E0-71A6-DF20-4A9C-58B0D6DBDD09}"/>
              </a:ext>
            </a:extLst>
          </p:cNvPr>
          <p:cNvSpPr>
            <a:spLocks noGrp="1"/>
          </p:cNvSpPr>
          <p:nvPr>
            <p:ph type="tbl" sz="quarter" idx="18" hasCustomPrompt="1"/>
          </p:nvPr>
        </p:nvSpPr>
        <p:spPr>
          <a:xfrm>
            <a:off x="478800" y="1539063"/>
            <a:ext cx="8126741" cy="3701914"/>
          </a:xfrm>
          <a:prstGeom prst="rect">
            <a:avLst/>
          </a:prstGeom>
        </p:spPr>
        <p:txBody>
          <a:bodyPr/>
          <a:lstStyle>
            <a:lvl1pPr>
              <a:defRPr sz="2000">
                <a:latin typeface="Open Sans" pitchFamily="2" charset="0"/>
                <a:ea typeface="Open Sans" pitchFamily="2" charset="0"/>
                <a:cs typeface="Open Sans" pitchFamily="2" charset="0"/>
              </a:defRPr>
            </a:lvl1pPr>
          </a:lstStyle>
          <a:p>
            <a:r>
              <a:rPr lang="de-DE"/>
              <a:t>Tabelle einfügen</a:t>
            </a:r>
          </a:p>
        </p:txBody>
      </p:sp>
      <p:sp>
        <p:nvSpPr>
          <p:cNvPr id="4" name="Datumsplatzhalter 3">
            <a:extLst>
              <a:ext uri="{FF2B5EF4-FFF2-40B4-BE49-F238E27FC236}">
                <a16:creationId xmlns:a16="http://schemas.microsoft.com/office/drawing/2014/main" id="{417371DE-7685-9920-CCA7-BB9151EAF9B5}"/>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8" name="Fußzeilenplatzhalter 4">
            <a:extLst>
              <a:ext uri="{FF2B5EF4-FFF2-40B4-BE49-F238E27FC236}">
                <a16:creationId xmlns:a16="http://schemas.microsoft.com/office/drawing/2014/main" id="{34BCD0DA-C552-3341-E7CD-F36F48A5842F}"/>
              </a:ext>
            </a:extLst>
          </p:cNvPr>
          <p:cNvSpPr>
            <a:spLocks noGrp="1"/>
          </p:cNvSpPr>
          <p:nvPr>
            <p:ph type="ftr" sz="quarter" idx="3"/>
          </p:nvPr>
        </p:nvSpPr>
        <p:spPr>
          <a:xfrm>
            <a:off x="1172369" y="6375600"/>
            <a:ext cx="7433171"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32290206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elle eigenes Design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33C1C8D1-E371-496D-CA07-B55871CF4C68}"/>
              </a:ext>
            </a:extLst>
          </p:cNvPr>
          <p:cNvSpPr/>
          <p:nvPr userDrawn="1"/>
        </p:nvSpPr>
        <p:spPr>
          <a:xfrm>
            <a:off x="0" y="0"/>
            <a:ext cx="12192000" cy="6858000"/>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Tabelle dunkel – Ohne </a:t>
            </a:r>
            <a:r>
              <a:rPr lang="de-DE" err="1"/>
              <a:t>Introtext</a:t>
            </a:r>
            <a:endParaRPr lang="de-DE"/>
          </a:p>
        </p:txBody>
      </p:sp>
      <p:sp>
        <p:nvSpPr>
          <p:cNvPr id="3" name="Textplatzhalter 3">
            <a:extLst>
              <a:ext uri="{FF2B5EF4-FFF2-40B4-BE49-F238E27FC236}">
                <a16:creationId xmlns:a16="http://schemas.microsoft.com/office/drawing/2014/main" id="{7845B3AE-2323-E49B-7676-1453859A342B}"/>
              </a:ext>
            </a:extLst>
          </p:cNvPr>
          <p:cNvSpPr>
            <a:spLocks noGrp="1"/>
          </p:cNvSpPr>
          <p:nvPr>
            <p:ph type="body" sz="quarter" idx="12" hasCustomPrompt="1"/>
          </p:nvPr>
        </p:nvSpPr>
        <p:spPr>
          <a:xfrm>
            <a:off x="480060" y="5477301"/>
            <a:ext cx="8126741" cy="447248"/>
          </a:xfrm>
          <a:prstGeom prst="rect">
            <a:avLst/>
          </a:prstGeom>
        </p:spPr>
        <p:txBody>
          <a:bodyPr/>
          <a:lstStyle>
            <a:lvl1pPr marL="0" indent="0" algn="l">
              <a:lnSpc>
                <a:spcPts val="1375"/>
              </a:lnSpc>
              <a:spcBef>
                <a:spcPts val="600"/>
              </a:spcBef>
              <a:buFontTx/>
              <a:buNone/>
              <a:defRPr sz="10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Hier ist Platz für eine Erklärung unter der Tabelle. Weit hinten, hinter den Wortbergen, fern der Länder </a:t>
            </a:r>
            <a:r>
              <a:rPr lang="de-DE" err="1"/>
              <a:t>Vokalien</a:t>
            </a:r>
            <a:r>
              <a:rPr lang="de-DE"/>
              <a:t> und </a:t>
            </a:r>
            <a:r>
              <a:rPr lang="de-DE" err="1"/>
              <a:t>Konsonantien</a:t>
            </a:r>
            <a:r>
              <a:rPr lang="de-DE"/>
              <a:t> leben die Blindtexte. Abgeschieden wohnen sie in Buchstabhausen an der Küste des Semantik, eines großen Sprachozeans. </a:t>
            </a:r>
          </a:p>
        </p:txBody>
      </p:sp>
      <p:sp>
        <p:nvSpPr>
          <p:cNvPr id="16" name="Textplatzhalter 3">
            <a:extLst>
              <a:ext uri="{FF2B5EF4-FFF2-40B4-BE49-F238E27FC236}">
                <a16:creationId xmlns:a16="http://schemas.microsoft.com/office/drawing/2014/main" id="{5A4200B0-716C-07A0-6BAB-D4482B3B8406}"/>
              </a:ext>
            </a:extLst>
          </p:cNvPr>
          <p:cNvSpPr>
            <a:spLocks noGrp="1"/>
          </p:cNvSpPr>
          <p:nvPr>
            <p:ph type="body" sz="quarter" idx="16" hasCustomPrompt="1"/>
          </p:nvPr>
        </p:nvSpPr>
        <p:spPr>
          <a:xfrm>
            <a:off x="9034818" y="1539063"/>
            <a:ext cx="2418041" cy="276089"/>
          </a:xfrm>
          <a:prstGeom prst="rect">
            <a:avLst/>
          </a:prstGeom>
        </p:spPr>
        <p:txBody>
          <a:bodyPr anchor="ctr"/>
          <a:lstStyle>
            <a:lvl1pPr marL="0" indent="0" algn="l">
              <a:lnSpc>
                <a:spcPts val="1375"/>
              </a:lnSpc>
              <a:spcBef>
                <a:spcPts val="600"/>
              </a:spcBef>
              <a:buFontTx/>
              <a:buNone/>
              <a:defRPr sz="1100">
                <a:solidFill>
                  <a:schemeClr val="bg1"/>
                </a:solidFill>
                <a:latin typeface="Space Grotesk Medium" pitchFamily="2" charset="0"/>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Überschrift Legende optional</a:t>
            </a:r>
          </a:p>
        </p:txBody>
      </p:sp>
      <p:sp>
        <p:nvSpPr>
          <p:cNvPr id="17" name="Textplatzhalter 3">
            <a:extLst>
              <a:ext uri="{FF2B5EF4-FFF2-40B4-BE49-F238E27FC236}">
                <a16:creationId xmlns:a16="http://schemas.microsoft.com/office/drawing/2014/main" id="{DD61E2C3-F01A-874C-7884-737FCB8581C1}"/>
              </a:ext>
            </a:extLst>
          </p:cNvPr>
          <p:cNvSpPr>
            <a:spLocks noGrp="1"/>
          </p:cNvSpPr>
          <p:nvPr>
            <p:ph type="body" sz="quarter" idx="17" hasCustomPrompt="1"/>
          </p:nvPr>
        </p:nvSpPr>
        <p:spPr>
          <a:xfrm>
            <a:off x="9034818" y="1910688"/>
            <a:ext cx="2418041" cy="1878840"/>
          </a:xfrm>
          <a:prstGeom prst="rect">
            <a:avLst/>
          </a:prstGeom>
        </p:spPr>
        <p:txBody>
          <a:bodyPr/>
          <a:lstStyle>
            <a:lvl1pPr marL="171450" indent="-171450" algn="l">
              <a:lnSpc>
                <a:spcPts val="1375"/>
              </a:lnSpc>
              <a:spcBef>
                <a:spcPts val="600"/>
              </a:spcBef>
              <a:buFont typeface="Symbol" panose="05050102010706020507" pitchFamily="18" charset="2"/>
              <a:buChar char="-"/>
              <a:defRPr sz="10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a:t>
            </a:r>
          </a:p>
          <a:p>
            <a:pPr lvl="0"/>
            <a:r>
              <a:rPr lang="de-DE" err="1"/>
              <a:t>Vokalien</a:t>
            </a:r>
            <a:r>
              <a:rPr lang="de-DE"/>
              <a:t> und </a:t>
            </a:r>
            <a:r>
              <a:rPr lang="de-DE" err="1"/>
              <a:t>Konsonantien</a:t>
            </a:r>
            <a:r>
              <a:rPr lang="de-DE"/>
              <a:t> leben die Blindtexte. </a:t>
            </a:r>
          </a:p>
          <a:p>
            <a:pPr lvl="0"/>
            <a:r>
              <a:rPr lang="de-DE"/>
              <a:t>Ein kleines Bächlein namens Duden fließt durch ihren Ort und versorgt sie mit den nötigen </a:t>
            </a:r>
            <a:r>
              <a:rPr lang="de-DE" err="1"/>
              <a:t>Regelialien</a:t>
            </a:r>
            <a:r>
              <a:rPr lang="de-DE"/>
              <a:t>. </a:t>
            </a:r>
          </a:p>
        </p:txBody>
      </p:sp>
      <p:sp>
        <p:nvSpPr>
          <p:cNvPr id="7" name="Rechteck 6">
            <a:extLst>
              <a:ext uri="{FF2B5EF4-FFF2-40B4-BE49-F238E27FC236}">
                <a16:creationId xmlns:a16="http://schemas.microsoft.com/office/drawing/2014/main" id="{ACF1B2FF-170A-AAB2-7F06-2606DCAC950D}"/>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9F56472-5BBF-74C4-21B4-57BB5E76D2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grpSp>
        <p:nvGrpSpPr>
          <p:cNvPr id="23" name="Gruppieren 22">
            <a:extLst>
              <a:ext uri="{FF2B5EF4-FFF2-40B4-BE49-F238E27FC236}">
                <a16:creationId xmlns:a16="http://schemas.microsoft.com/office/drawing/2014/main" id="{D47E206F-FD04-C7E7-90AC-D3E1FEDDC85D}"/>
              </a:ext>
            </a:extLst>
          </p:cNvPr>
          <p:cNvGrpSpPr/>
          <p:nvPr userDrawn="1"/>
        </p:nvGrpSpPr>
        <p:grpSpPr>
          <a:xfrm>
            <a:off x="4408790" y="2088681"/>
            <a:ext cx="268022" cy="261610"/>
            <a:chOff x="4408790" y="2088681"/>
            <a:chExt cx="268022" cy="261610"/>
          </a:xfrm>
        </p:grpSpPr>
        <p:sp>
          <p:nvSpPr>
            <p:cNvPr id="24" name="Rechteck 23">
              <a:extLst>
                <a:ext uri="{FF2B5EF4-FFF2-40B4-BE49-F238E27FC236}">
                  <a16:creationId xmlns:a16="http://schemas.microsoft.com/office/drawing/2014/main" id="{B332600A-9008-2BF3-9DC2-2AB261FC8E06}"/>
                </a:ext>
              </a:extLst>
            </p:cNvPr>
            <p:cNvSpPr/>
            <p:nvPr userDrawn="1"/>
          </p:nvSpPr>
          <p:spPr>
            <a:xfrm>
              <a:off x="4460276" y="2143252"/>
              <a:ext cx="165050" cy="1650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a:latin typeface="+mj-lt"/>
              </a:endParaRPr>
            </a:p>
          </p:txBody>
        </p:sp>
        <p:sp>
          <p:nvSpPr>
            <p:cNvPr id="25" name="Textfeld 24">
              <a:extLst>
                <a:ext uri="{FF2B5EF4-FFF2-40B4-BE49-F238E27FC236}">
                  <a16:creationId xmlns:a16="http://schemas.microsoft.com/office/drawing/2014/main" id="{5BA8D795-83C1-1122-40E3-631594AB9E51}"/>
                </a:ext>
              </a:extLst>
            </p:cNvPr>
            <p:cNvSpPr txBox="1"/>
            <p:nvPr userDrawn="1"/>
          </p:nvSpPr>
          <p:spPr>
            <a:xfrm>
              <a:off x="4408790" y="2088681"/>
              <a:ext cx="268022" cy="261610"/>
            </a:xfrm>
            <a:prstGeom prst="rect">
              <a:avLst/>
            </a:prstGeom>
            <a:noFill/>
          </p:spPr>
          <p:txBody>
            <a:bodyPr wrap="square" rtlCol="0">
              <a:spAutoFit/>
            </a:bodyPr>
            <a:lstStyle/>
            <a:p>
              <a:r>
                <a:rPr lang="de-DE" sz="1100">
                  <a:solidFill>
                    <a:schemeClr val="bg1"/>
                  </a:solidFill>
                  <a:latin typeface="Space Grotesk Medium" pitchFamily="2" charset="0"/>
                  <a:cs typeface="Space Grotesk Medium" pitchFamily="2" charset="0"/>
                </a:rPr>
                <a:t>x</a:t>
              </a:r>
            </a:p>
          </p:txBody>
        </p:sp>
      </p:grpSp>
      <p:grpSp>
        <p:nvGrpSpPr>
          <p:cNvPr id="26" name="Gruppieren 25">
            <a:extLst>
              <a:ext uri="{FF2B5EF4-FFF2-40B4-BE49-F238E27FC236}">
                <a16:creationId xmlns:a16="http://schemas.microsoft.com/office/drawing/2014/main" id="{A871D835-777D-6FAD-ED52-2616A4DC16FF}"/>
              </a:ext>
            </a:extLst>
          </p:cNvPr>
          <p:cNvGrpSpPr/>
          <p:nvPr userDrawn="1"/>
        </p:nvGrpSpPr>
        <p:grpSpPr>
          <a:xfrm>
            <a:off x="4402438" y="2571384"/>
            <a:ext cx="268022" cy="261610"/>
            <a:chOff x="4402438" y="2571384"/>
            <a:chExt cx="268022" cy="261610"/>
          </a:xfrm>
        </p:grpSpPr>
        <p:sp>
          <p:nvSpPr>
            <p:cNvPr id="27" name="Rechteck 26">
              <a:extLst>
                <a:ext uri="{FF2B5EF4-FFF2-40B4-BE49-F238E27FC236}">
                  <a16:creationId xmlns:a16="http://schemas.microsoft.com/office/drawing/2014/main" id="{4E28237C-E26B-09BE-5F34-AF51409E805F}"/>
                </a:ext>
              </a:extLst>
            </p:cNvPr>
            <p:cNvSpPr/>
            <p:nvPr userDrawn="1"/>
          </p:nvSpPr>
          <p:spPr>
            <a:xfrm>
              <a:off x="4460276" y="2608548"/>
              <a:ext cx="165050" cy="16505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a:latin typeface="+mj-lt"/>
              </a:endParaRPr>
            </a:p>
          </p:txBody>
        </p:sp>
        <p:sp>
          <p:nvSpPr>
            <p:cNvPr id="28" name="Textfeld 27">
              <a:extLst>
                <a:ext uri="{FF2B5EF4-FFF2-40B4-BE49-F238E27FC236}">
                  <a16:creationId xmlns:a16="http://schemas.microsoft.com/office/drawing/2014/main" id="{3ECA166F-6EFD-D663-4760-A0B95B7C9F56}"/>
                </a:ext>
              </a:extLst>
            </p:cNvPr>
            <p:cNvSpPr txBox="1"/>
            <p:nvPr userDrawn="1"/>
          </p:nvSpPr>
          <p:spPr>
            <a:xfrm>
              <a:off x="4402438" y="2571384"/>
              <a:ext cx="268022" cy="261610"/>
            </a:xfrm>
            <a:prstGeom prst="rect">
              <a:avLst/>
            </a:prstGeom>
            <a:noFill/>
          </p:spPr>
          <p:txBody>
            <a:bodyPr wrap="square" rtlCol="0">
              <a:spAutoFit/>
            </a:bodyPr>
            <a:lstStyle/>
            <a:p>
              <a:pPr marL="171450" indent="-171450">
                <a:buFont typeface="Wingdings" panose="05000000000000000000" pitchFamily="2" charset="2"/>
                <a:buChar char="ü"/>
              </a:pPr>
              <a:endParaRPr lang="de-DE" sz="1100">
                <a:solidFill>
                  <a:schemeClr val="bg1"/>
                </a:solidFill>
                <a:latin typeface="Space Grotesk Medium" pitchFamily="2" charset="0"/>
                <a:cs typeface="Space Grotesk Medium" pitchFamily="2" charset="0"/>
              </a:endParaRPr>
            </a:p>
          </p:txBody>
        </p:sp>
      </p:grpSp>
      <p:graphicFrame>
        <p:nvGraphicFramePr>
          <p:cNvPr id="12" name="Tabelle 11">
            <a:extLst>
              <a:ext uri="{FF2B5EF4-FFF2-40B4-BE49-F238E27FC236}">
                <a16:creationId xmlns:a16="http://schemas.microsoft.com/office/drawing/2014/main" id="{8700F73C-0ED4-04CC-F7E3-8E9C16F1EB38}"/>
              </a:ext>
            </a:extLst>
          </p:cNvPr>
          <p:cNvGraphicFramePr>
            <a:graphicFrameLocks noGrp="1"/>
          </p:cNvGraphicFramePr>
          <p:nvPr userDrawn="1">
            <p:extLst>
              <p:ext uri="{D42A27DB-BD31-4B8C-83A1-F6EECF244321}">
                <p14:modId xmlns:p14="http://schemas.microsoft.com/office/powerpoint/2010/main" val="3938043275"/>
              </p:ext>
            </p:extLst>
          </p:nvPr>
        </p:nvGraphicFramePr>
        <p:xfrm>
          <a:off x="478801" y="1539063"/>
          <a:ext cx="8128000" cy="3637992"/>
        </p:xfrm>
        <a:graphic>
          <a:graphicData uri="http://schemas.openxmlformats.org/drawingml/2006/table">
            <a:tbl>
              <a:tblPr firstRow="1" bandRow="1">
                <a:tableStyleId>{69012ECD-51FC-41F1-AA8D-1B2483CD663E}</a:tableStyleId>
              </a:tblPr>
              <a:tblGrid>
                <a:gridCol w="1625600">
                  <a:extLst>
                    <a:ext uri="{9D8B030D-6E8A-4147-A177-3AD203B41FA5}">
                      <a16:colId xmlns:a16="http://schemas.microsoft.com/office/drawing/2014/main" val="3765577968"/>
                    </a:ext>
                  </a:extLst>
                </a:gridCol>
                <a:gridCol w="1625600">
                  <a:extLst>
                    <a:ext uri="{9D8B030D-6E8A-4147-A177-3AD203B41FA5}">
                      <a16:colId xmlns:a16="http://schemas.microsoft.com/office/drawing/2014/main" val="376289461"/>
                    </a:ext>
                  </a:extLst>
                </a:gridCol>
                <a:gridCol w="1625600">
                  <a:extLst>
                    <a:ext uri="{9D8B030D-6E8A-4147-A177-3AD203B41FA5}">
                      <a16:colId xmlns:a16="http://schemas.microsoft.com/office/drawing/2014/main" val="3928053756"/>
                    </a:ext>
                  </a:extLst>
                </a:gridCol>
                <a:gridCol w="1625600">
                  <a:extLst>
                    <a:ext uri="{9D8B030D-6E8A-4147-A177-3AD203B41FA5}">
                      <a16:colId xmlns:a16="http://schemas.microsoft.com/office/drawing/2014/main" val="2977525531"/>
                    </a:ext>
                  </a:extLst>
                </a:gridCol>
                <a:gridCol w="1625600">
                  <a:extLst>
                    <a:ext uri="{9D8B030D-6E8A-4147-A177-3AD203B41FA5}">
                      <a16:colId xmlns:a16="http://schemas.microsoft.com/office/drawing/2014/main" val="2170218355"/>
                    </a:ext>
                  </a:extLst>
                </a:gridCol>
              </a:tblGrid>
              <a:tr h="454749">
                <a:tc>
                  <a:txBody>
                    <a:bodyPr/>
                    <a:lstStyle/>
                    <a:p>
                      <a:endParaRPr lang="de-DE">
                        <a:latin typeface="+mj-lt"/>
                      </a:endParaRPr>
                    </a:p>
                  </a:txBody>
                  <a:tcPr anchor="ctr">
                    <a:lnL w="6350" cap="flat" cmpd="sng" algn="ctr">
                      <a:noFill/>
                      <a:prstDash val="solid"/>
                      <a:miter lim="800000"/>
                    </a:lnL>
                    <a:lnR>
                      <a:noFill/>
                    </a:lnR>
                    <a:lnT w="6350" cap="flat" cmpd="sng" algn="ctr">
                      <a:noFill/>
                      <a:prstDash val="solid"/>
                      <a:miter lim="800000"/>
                    </a:lnT>
                    <a:lnB w="317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600" b="0">
                          <a:latin typeface="Space Grotesk Medium" pitchFamily="2" charset="0"/>
                          <a:cs typeface="Space Grotesk Medium" pitchFamily="2" charset="0"/>
                        </a:rPr>
                        <a:t>Headline 1</a:t>
                      </a:r>
                    </a:p>
                  </a:txBody>
                  <a:tcPr anchor="ctr">
                    <a:lnL>
                      <a:noFill/>
                    </a:lnL>
                    <a:lnR w="3175"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600" b="0" kern="1200">
                          <a:solidFill>
                            <a:schemeClr val="bg1"/>
                          </a:solidFill>
                          <a:latin typeface="Space Grotesk Medium" pitchFamily="2" charset="0"/>
                          <a:ea typeface="+mn-ea"/>
                          <a:cs typeface="Space Grotesk Medium" pitchFamily="2" charset="0"/>
                        </a:rPr>
                        <a:t>Headline 2</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ctr"/>
                      <a:r>
                        <a:rPr lang="de-DE" sz="1600" b="0">
                          <a:latin typeface="Space Grotesk Medium" pitchFamily="2" charset="0"/>
                          <a:cs typeface="Space Grotesk Medium" pitchFamily="2" charset="0"/>
                        </a:rPr>
                        <a:t>Headline 3</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ctr"/>
                      <a:r>
                        <a:rPr lang="de-DE" sz="1600" b="0">
                          <a:latin typeface="Space Grotesk Medium" pitchFamily="2" charset="0"/>
                          <a:cs typeface="Space Grotesk Medium" pitchFamily="2" charset="0"/>
                        </a:rPr>
                        <a:t>Headline 4</a:t>
                      </a:r>
                    </a:p>
                  </a:txBody>
                  <a:tcPr anchor="ctr">
                    <a:lnL w="3175" cap="flat" cmpd="sng" algn="ctr">
                      <a:solidFill>
                        <a:schemeClr val="accent2"/>
                      </a:solidFill>
                      <a:prstDash val="solid"/>
                      <a:round/>
                      <a:headEnd type="none" w="med" len="med"/>
                      <a:tailEnd type="none" w="med" len="med"/>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462800983"/>
                  </a:ext>
                </a:extLst>
              </a:tr>
              <a:tr h="454749">
                <a:tc>
                  <a:txBody>
                    <a:bodyPr/>
                    <a:lstStyle/>
                    <a:p>
                      <a:r>
                        <a:rPr lang="de-DE" sz="1400" err="1">
                          <a:solidFill>
                            <a:schemeClr val="bg1"/>
                          </a:solidFill>
                          <a:latin typeface="Open Sans Medium" pitchFamily="2" charset="0"/>
                          <a:ea typeface="Open Sans Medium" pitchFamily="2" charset="0"/>
                          <a:cs typeface="Open Sans Medium" pitchFamily="2" charset="0"/>
                        </a:rPr>
                        <a:t>Wortein</a:t>
                      </a:r>
                      <a:endParaRPr lang="de-DE" sz="1400">
                        <a:solidFill>
                          <a:schemeClr val="bg1"/>
                        </a:solidFill>
                        <a:latin typeface="Open Sans Medium" pitchFamily="2" charset="0"/>
                        <a:ea typeface="Open Sans Medium" pitchFamily="2" charset="0"/>
                        <a:cs typeface="Open Sans Medium" pitchFamily="2" charset="0"/>
                      </a:endParaRP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+ 135 %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noFill/>
                      <a:prstDash val="solid"/>
                      <a:miter lim="800000"/>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noFill/>
                      <a:prstDash val="solid"/>
                      <a:miter lim="800000"/>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6350" cap="flat" cmpd="sng" algn="ctr">
                      <a:noFill/>
                      <a:prstDash val="solid"/>
                      <a:miter lim="800000"/>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6350" cap="flat" cmpd="sng" algn="ctr">
                      <a:noFill/>
                      <a:prstDash val="solid"/>
                      <a:miter lim="800000"/>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20926393"/>
                  </a:ext>
                </a:extLst>
              </a:tr>
              <a:tr h="454749">
                <a:tc>
                  <a:txBody>
                    <a:bodyPr/>
                    <a:lstStyle/>
                    <a:p>
                      <a:r>
                        <a:rPr lang="de-DE" sz="1400">
                          <a:solidFill>
                            <a:schemeClr val="bg1"/>
                          </a:solidFill>
                          <a:latin typeface="Open Sans Medium" pitchFamily="2" charset="0"/>
                          <a:ea typeface="Open Sans Medium" pitchFamily="2" charset="0"/>
                          <a:cs typeface="Open Sans Medium" pitchFamily="2" charset="0"/>
                        </a:rPr>
                        <a:t>Zweitwort</a:t>
                      </a: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+ 50 %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828596250"/>
                  </a:ext>
                </a:extLst>
              </a:tr>
              <a:tr h="454749">
                <a:tc>
                  <a:txBody>
                    <a:bodyPr/>
                    <a:lstStyle/>
                    <a:p>
                      <a:r>
                        <a:rPr lang="de-DE" sz="1400">
                          <a:solidFill>
                            <a:schemeClr val="bg1"/>
                          </a:solidFill>
                          <a:latin typeface="Open Sans Medium" pitchFamily="2" charset="0"/>
                          <a:ea typeface="Open Sans Medium" pitchFamily="2" charset="0"/>
                          <a:cs typeface="Open Sans Medium" pitchFamily="2" charset="0"/>
                        </a:rPr>
                        <a:t>Hierdrittes</a:t>
                      </a: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- 10 %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84334521"/>
                  </a:ext>
                </a:extLst>
              </a:tr>
              <a:tr h="454749">
                <a:tc>
                  <a:txBody>
                    <a:bodyPr/>
                    <a:lstStyle/>
                    <a:p>
                      <a:r>
                        <a:rPr lang="de-DE" sz="1400">
                          <a:solidFill>
                            <a:schemeClr val="bg1"/>
                          </a:solidFill>
                          <a:latin typeface="Open Sans Medium" pitchFamily="2" charset="0"/>
                          <a:ea typeface="Open Sans Medium" pitchFamily="2" charset="0"/>
                          <a:cs typeface="Open Sans Medium" pitchFamily="2" charset="0"/>
                        </a:rPr>
                        <a:t>Viergewinnt</a:t>
                      </a: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- 20 %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885980582"/>
                  </a:ext>
                </a:extLst>
              </a:tr>
              <a:tr h="454749">
                <a:tc>
                  <a:txBody>
                    <a:bodyPr/>
                    <a:lstStyle/>
                    <a:p>
                      <a:r>
                        <a:rPr lang="de-DE" sz="1400" err="1">
                          <a:solidFill>
                            <a:schemeClr val="bg1"/>
                          </a:solidFill>
                          <a:latin typeface="Open Sans Medium" pitchFamily="2" charset="0"/>
                          <a:ea typeface="Open Sans Medium" pitchFamily="2" charset="0"/>
                          <a:cs typeface="Open Sans Medium" pitchFamily="2" charset="0"/>
                        </a:rPr>
                        <a:t>Wortfünf</a:t>
                      </a:r>
                      <a:endParaRPr lang="de-DE" sz="1400">
                        <a:solidFill>
                          <a:schemeClr val="bg1"/>
                        </a:solidFill>
                        <a:latin typeface="Open Sans Medium" pitchFamily="2" charset="0"/>
                        <a:ea typeface="Open Sans Medium" pitchFamily="2" charset="0"/>
                        <a:cs typeface="Open Sans Medium" pitchFamily="2" charset="0"/>
                      </a:endParaRP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+ 30 %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16811603"/>
                  </a:ext>
                </a:extLst>
              </a:tr>
              <a:tr h="454749">
                <a:tc>
                  <a:txBody>
                    <a:bodyPr/>
                    <a:lstStyle/>
                    <a:p>
                      <a:r>
                        <a:rPr lang="de-DE" sz="1400" err="1">
                          <a:solidFill>
                            <a:schemeClr val="bg1"/>
                          </a:solidFill>
                          <a:latin typeface="Open Sans Medium" pitchFamily="2" charset="0"/>
                          <a:ea typeface="Open Sans Medium" pitchFamily="2" charset="0"/>
                          <a:cs typeface="Open Sans Medium" pitchFamily="2" charset="0"/>
                        </a:rPr>
                        <a:t>Sechsteswort</a:t>
                      </a:r>
                      <a:endParaRPr lang="de-DE" sz="1400">
                        <a:solidFill>
                          <a:schemeClr val="bg1"/>
                        </a:solidFill>
                        <a:latin typeface="Open Sans Medium" pitchFamily="2" charset="0"/>
                        <a:ea typeface="Open Sans Medium" pitchFamily="2" charset="0"/>
                        <a:cs typeface="Open Sans Medium" pitchFamily="2" charset="0"/>
                      </a:endParaRP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+ 10 %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574193397"/>
                  </a:ext>
                </a:extLst>
              </a:tr>
              <a:tr h="454749">
                <a:tc>
                  <a:txBody>
                    <a:bodyPr/>
                    <a:lstStyle/>
                    <a:p>
                      <a:r>
                        <a:rPr lang="de-DE" sz="1400">
                          <a:solidFill>
                            <a:schemeClr val="bg1"/>
                          </a:solidFill>
                          <a:latin typeface="Open Sans Medium" pitchFamily="2" charset="0"/>
                          <a:ea typeface="Open Sans Medium" pitchFamily="2" charset="0"/>
                          <a:cs typeface="Open Sans Medium" pitchFamily="2" charset="0"/>
                        </a:rPr>
                        <a:t>Abschlusswort</a:t>
                      </a: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solidFill>
                      <a:schemeClr val="accent1"/>
                    </a:solidFill>
                  </a:tcPr>
                </a:tc>
                <a:tc>
                  <a:txBody>
                    <a:bodyPr/>
                    <a:lstStyle/>
                    <a:p>
                      <a:pPr algn="ctr"/>
                      <a:r>
                        <a:rPr lang="de-DE" sz="1400">
                          <a:solidFill>
                            <a:schemeClr val="bg1"/>
                          </a:solidFill>
                          <a:latin typeface="Open Sans Medium" pitchFamily="2" charset="0"/>
                          <a:ea typeface="Open Sans Medium" pitchFamily="2" charset="0"/>
                          <a:cs typeface="Open Sans Medium" pitchFamily="2" charset="0"/>
                        </a:rPr>
                        <a:t>- 5 %</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tcPr>
                </a:tc>
                <a:tc>
                  <a:txBody>
                    <a:bodyPr/>
                    <a:lstStyle/>
                    <a:p>
                      <a:pPr algn="ctr"/>
                      <a:endParaRPr lang="de-DE" sz="1400">
                        <a:solidFill>
                          <a:schemeClr val="bg1"/>
                        </a:solidFill>
                        <a:latin typeface="Open Sans Medium" pitchFamily="2" charset="0"/>
                        <a:ea typeface="Open Sans Medium" pitchFamily="2" charset="0"/>
                        <a:cs typeface="Open Sans Medium" pitchFamily="2" charset="0"/>
                      </a:endParaRP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tcPr>
                </a:tc>
                <a:extLst>
                  <a:ext uri="{0D108BD9-81ED-4DB2-BD59-A6C34878D82A}">
                    <a16:rowId xmlns:a16="http://schemas.microsoft.com/office/drawing/2014/main" val="1942909026"/>
                  </a:ext>
                </a:extLst>
              </a:tr>
            </a:tbl>
          </a:graphicData>
        </a:graphic>
      </p:graphicFrame>
      <p:sp>
        <p:nvSpPr>
          <p:cNvPr id="2" name="Datumsplatzhalter 3">
            <a:extLst>
              <a:ext uri="{FF2B5EF4-FFF2-40B4-BE49-F238E27FC236}">
                <a16:creationId xmlns:a16="http://schemas.microsoft.com/office/drawing/2014/main" id="{B5E9B150-C980-CB18-F374-B5A2D2787FC9}"/>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bg1"/>
                </a:solidFill>
                <a:latin typeface="Open Sans Medium"/>
              </a:defRPr>
            </a:lvl1pPr>
          </a:lstStyle>
          <a:p>
            <a:r>
              <a:rPr lang="de-DE"/>
              <a:t>05.08.2026</a:t>
            </a:r>
          </a:p>
        </p:txBody>
      </p:sp>
      <p:sp>
        <p:nvSpPr>
          <p:cNvPr id="6" name="Fußzeilenplatzhalter 4">
            <a:extLst>
              <a:ext uri="{FF2B5EF4-FFF2-40B4-BE49-F238E27FC236}">
                <a16:creationId xmlns:a16="http://schemas.microsoft.com/office/drawing/2014/main" id="{F4E3BA90-0986-4127-AEA4-13A99D9D3D54}"/>
              </a:ext>
            </a:extLst>
          </p:cNvPr>
          <p:cNvSpPr>
            <a:spLocks noGrp="1"/>
          </p:cNvSpPr>
          <p:nvPr>
            <p:ph type="ftr" sz="quarter" idx="3"/>
          </p:nvPr>
        </p:nvSpPr>
        <p:spPr>
          <a:xfrm>
            <a:off x="1172369" y="6375600"/>
            <a:ext cx="7434431"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a:t>
            </a:r>
            <a:r>
              <a:rPr lang="de-DE">
                <a:solidFill>
                  <a:schemeClr val="bg1"/>
                </a:solidFill>
              </a:rPr>
              <a:t>learn.SHK &amp; BIBB: Aktueller Projektstand</a:t>
            </a:r>
          </a:p>
        </p:txBody>
      </p:sp>
    </p:spTree>
    <p:extLst>
      <p:ext uri="{BB962C8B-B14F-4D97-AF65-F5344CB8AC3E}">
        <p14:creationId xmlns:p14="http://schemas.microsoft.com/office/powerpoint/2010/main" val="1258930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elle vorgegebenes Design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74E8A1AE-2C32-F812-09A2-FB6961806DE6}"/>
              </a:ext>
            </a:extLst>
          </p:cNvPr>
          <p:cNvSpPr/>
          <p:nvPr userDrawn="1"/>
        </p:nvSpPr>
        <p:spPr>
          <a:xfrm>
            <a:off x="0" y="0"/>
            <a:ext cx="12192000" cy="6858000"/>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Tabelle dunkel – ohne </a:t>
            </a:r>
            <a:r>
              <a:rPr lang="de-DE" err="1"/>
              <a:t>Introtext</a:t>
            </a:r>
            <a:endParaRPr lang="de-DE"/>
          </a:p>
        </p:txBody>
      </p:sp>
      <p:sp>
        <p:nvSpPr>
          <p:cNvPr id="3" name="Textplatzhalter 3">
            <a:extLst>
              <a:ext uri="{FF2B5EF4-FFF2-40B4-BE49-F238E27FC236}">
                <a16:creationId xmlns:a16="http://schemas.microsoft.com/office/drawing/2014/main" id="{7845B3AE-2323-E49B-7676-1453859A342B}"/>
              </a:ext>
            </a:extLst>
          </p:cNvPr>
          <p:cNvSpPr>
            <a:spLocks noGrp="1"/>
          </p:cNvSpPr>
          <p:nvPr>
            <p:ph type="body" sz="quarter" idx="12" hasCustomPrompt="1"/>
          </p:nvPr>
        </p:nvSpPr>
        <p:spPr>
          <a:xfrm>
            <a:off x="480060" y="5477301"/>
            <a:ext cx="8126741" cy="447248"/>
          </a:xfrm>
          <a:prstGeom prst="rect">
            <a:avLst/>
          </a:prstGeom>
        </p:spPr>
        <p:txBody>
          <a:bodyPr/>
          <a:lstStyle>
            <a:lvl1pPr marL="0" indent="0" algn="l">
              <a:lnSpc>
                <a:spcPts val="1375"/>
              </a:lnSpc>
              <a:spcBef>
                <a:spcPts val="600"/>
              </a:spcBef>
              <a:buFontTx/>
              <a:buNone/>
              <a:defRPr sz="10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Hier ist Platz für eine Erklärung unter der Tabelle. Weit hinten, hinter den Wortbergen, fern der Länder </a:t>
            </a:r>
            <a:r>
              <a:rPr lang="de-DE" err="1"/>
              <a:t>Vokalien</a:t>
            </a:r>
            <a:r>
              <a:rPr lang="de-DE"/>
              <a:t> und </a:t>
            </a:r>
            <a:r>
              <a:rPr lang="de-DE" err="1"/>
              <a:t>Konsonantien</a:t>
            </a:r>
            <a:r>
              <a:rPr lang="de-DE"/>
              <a:t> leben die Blindtexte. Abgeschieden wohnen sie in Buchstabhausen an der Küste des Semantik, eines großen Sprachozeans. </a:t>
            </a:r>
          </a:p>
        </p:txBody>
      </p:sp>
      <p:sp>
        <p:nvSpPr>
          <p:cNvPr id="16" name="Textplatzhalter 3">
            <a:extLst>
              <a:ext uri="{FF2B5EF4-FFF2-40B4-BE49-F238E27FC236}">
                <a16:creationId xmlns:a16="http://schemas.microsoft.com/office/drawing/2014/main" id="{5A4200B0-716C-07A0-6BAB-D4482B3B8406}"/>
              </a:ext>
            </a:extLst>
          </p:cNvPr>
          <p:cNvSpPr>
            <a:spLocks noGrp="1"/>
          </p:cNvSpPr>
          <p:nvPr>
            <p:ph type="body" sz="quarter" idx="16" hasCustomPrompt="1"/>
          </p:nvPr>
        </p:nvSpPr>
        <p:spPr>
          <a:xfrm>
            <a:off x="9034818" y="1539063"/>
            <a:ext cx="2418041" cy="276089"/>
          </a:xfrm>
          <a:prstGeom prst="rect">
            <a:avLst/>
          </a:prstGeom>
        </p:spPr>
        <p:txBody>
          <a:bodyPr anchor="ctr"/>
          <a:lstStyle>
            <a:lvl1pPr marL="0" indent="0" algn="l">
              <a:lnSpc>
                <a:spcPts val="1375"/>
              </a:lnSpc>
              <a:spcBef>
                <a:spcPts val="600"/>
              </a:spcBef>
              <a:buFontTx/>
              <a:buNone/>
              <a:defRPr sz="1100">
                <a:solidFill>
                  <a:schemeClr val="bg1"/>
                </a:solidFill>
                <a:latin typeface="Space Grotesk Medium" pitchFamily="2" charset="0"/>
                <a:ea typeface="Open Sans Medium" pitchFamily="2" charset="0"/>
                <a:cs typeface="Space Grotesk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Überschrift Legende optional</a:t>
            </a:r>
          </a:p>
        </p:txBody>
      </p:sp>
      <p:sp>
        <p:nvSpPr>
          <p:cNvPr id="17" name="Textplatzhalter 3">
            <a:extLst>
              <a:ext uri="{FF2B5EF4-FFF2-40B4-BE49-F238E27FC236}">
                <a16:creationId xmlns:a16="http://schemas.microsoft.com/office/drawing/2014/main" id="{DD61E2C3-F01A-874C-7884-737FCB8581C1}"/>
              </a:ext>
            </a:extLst>
          </p:cNvPr>
          <p:cNvSpPr>
            <a:spLocks noGrp="1"/>
          </p:cNvSpPr>
          <p:nvPr>
            <p:ph type="body" sz="quarter" idx="17" hasCustomPrompt="1"/>
          </p:nvPr>
        </p:nvSpPr>
        <p:spPr>
          <a:xfrm>
            <a:off x="9034818" y="1910688"/>
            <a:ext cx="2418041" cy="1878840"/>
          </a:xfrm>
          <a:prstGeom prst="rect">
            <a:avLst/>
          </a:prstGeom>
        </p:spPr>
        <p:txBody>
          <a:bodyPr/>
          <a:lstStyle>
            <a:lvl1pPr marL="171450" indent="-171450" algn="l">
              <a:lnSpc>
                <a:spcPts val="1375"/>
              </a:lnSpc>
              <a:spcBef>
                <a:spcPts val="600"/>
              </a:spcBef>
              <a:buFont typeface="Symbol" panose="05050102010706020507" pitchFamily="18" charset="2"/>
              <a:buChar char="-"/>
              <a:defRPr sz="10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Weit hinten, hinter den Wortbergen, fern der Länder</a:t>
            </a:r>
          </a:p>
          <a:p>
            <a:pPr lvl="0"/>
            <a:r>
              <a:rPr lang="de-DE" err="1"/>
              <a:t>Vokalien</a:t>
            </a:r>
            <a:r>
              <a:rPr lang="de-DE"/>
              <a:t> und </a:t>
            </a:r>
            <a:r>
              <a:rPr lang="de-DE" err="1"/>
              <a:t>Konsonantien</a:t>
            </a:r>
            <a:r>
              <a:rPr lang="de-DE"/>
              <a:t> leben die Blindtexte. </a:t>
            </a:r>
          </a:p>
          <a:p>
            <a:pPr lvl="0"/>
            <a:r>
              <a:rPr lang="de-DE"/>
              <a:t>Ein kleines Bächlein namens Duden fließt durch ihren Ort und versorgt sie mit den nötigen </a:t>
            </a:r>
            <a:r>
              <a:rPr lang="de-DE" err="1"/>
              <a:t>Regelialien</a:t>
            </a:r>
            <a:r>
              <a:rPr lang="de-DE"/>
              <a:t>. </a:t>
            </a:r>
          </a:p>
        </p:txBody>
      </p:sp>
      <p:sp>
        <p:nvSpPr>
          <p:cNvPr id="7" name="Tabellenplatzhalter 6">
            <a:extLst>
              <a:ext uri="{FF2B5EF4-FFF2-40B4-BE49-F238E27FC236}">
                <a16:creationId xmlns:a16="http://schemas.microsoft.com/office/drawing/2014/main" id="{3BC650E0-71A6-DF20-4A9C-58B0D6DBDD09}"/>
              </a:ext>
            </a:extLst>
          </p:cNvPr>
          <p:cNvSpPr>
            <a:spLocks noGrp="1"/>
          </p:cNvSpPr>
          <p:nvPr>
            <p:ph type="tbl" sz="quarter" idx="18" hasCustomPrompt="1"/>
          </p:nvPr>
        </p:nvSpPr>
        <p:spPr>
          <a:xfrm>
            <a:off x="478800" y="1539063"/>
            <a:ext cx="8126741" cy="3701914"/>
          </a:xfrm>
          <a:prstGeom prst="rect">
            <a:avLst/>
          </a:prstGeom>
        </p:spPr>
        <p:txBody>
          <a:bodyPr/>
          <a:lstStyle>
            <a:lvl1pPr>
              <a:defRPr sz="2000">
                <a:latin typeface="Open Sans" pitchFamily="2" charset="0"/>
                <a:ea typeface="Open Sans" pitchFamily="2" charset="0"/>
                <a:cs typeface="Open Sans" pitchFamily="2" charset="0"/>
              </a:defRPr>
            </a:lvl1pPr>
          </a:lstStyle>
          <a:p>
            <a:r>
              <a:rPr lang="de-DE"/>
              <a:t>Tabelle einfügen</a:t>
            </a:r>
          </a:p>
        </p:txBody>
      </p:sp>
      <p:sp>
        <p:nvSpPr>
          <p:cNvPr id="8" name="Rechteck 7">
            <a:extLst>
              <a:ext uri="{FF2B5EF4-FFF2-40B4-BE49-F238E27FC236}">
                <a16:creationId xmlns:a16="http://schemas.microsoft.com/office/drawing/2014/main" id="{7828E660-259A-AD0C-BD7D-AD8F138A1ECF}"/>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C51DCEE1-841F-EDA5-2F94-9CE8B4DFA19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2" name="Datumsplatzhalter 3">
            <a:extLst>
              <a:ext uri="{FF2B5EF4-FFF2-40B4-BE49-F238E27FC236}">
                <a16:creationId xmlns:a16="http://schemas.microsoft.com/office/drawing/2014/main" id="{A4A1D726-A58D-3438-D300-8B874C854E73}"/>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bg1"/>
                </a:solidFill>
                <a:latin typeface="Open Sans Medium"/>
              </a:defRPr>
            </a:lvl1pPr>
          </a:lstStyle>
          <a:p>
            <a:r>
              <a:rPr lang="de-DE"/>
              <a:t>05.08.2026</a:t>
            </a:r>
          </a:p>
        </p:txBody>
      </p:sp>
      <p:sp>
        <p:nvSpPr>
          <p:cNvPr id="6" name="Fußzeilenplatzhalter 4">
            <a:extLst>
              <a:ext uri="{FF2B5EF4-FFF2-40B4-BE49-F238E27FC236}">
                <a16:creationId xmlns:a16="http://schemas.microsoft.com/office/drawing/2014/main" id="{F3294739-B117-FEED-FEC0-98CBDBF066E9}"/>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a:t>
            </a:r>
            <a:r>
              <a:rPr lang="de-DE">
                <a:solidFill>
                  <a:schemeClr val="bg1"/>
                </a:solidFill>
              </a:rPr>
              <a:t>learn.SHK &amp; BIBB: Aktueller Projektstand</a:t>
            </a:r>
          </a:p>
        </p:txBody>
      </p:sp>
    </p:spTree>
    <p:extLst>
      <p:ext uri="{BB962C8B-B14F-4D97-AF65-F5344CB8AC3E}">
        <p14:creationId xmlns:p14="http://schemas.microsoft.com/office/powerpoint/2010/main" val="38769614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azit_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33C1C8D1-E371-496D-CA07-B55871CF4C68}"/>
              </a:ext>
            </a:extLst>
          </p:cNvPr>
          <p:cNvSpPr/>
          <p:nvPr userDrawn="1"/>
        </p:nvSpPr>
        <p:spPr>
          <a:xfrm>
            <a:off x="0" y="0"/>
            <a:ext cx="12192000" cy="6858000"/>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Fazit dunkel – ohne </a:t>
            </a:r>
            <a:r>
              <a:rPr lang="de-DE" err="1"/>
              <a:t>Introtext</a:t>
            </a:r>
            <a:endParaRPr lang="de-DE"/>
          </a:p>
        </p:txBody>
      </p:sp>
      <p:sp>
        <p:nvSpPr>
          <p:cNvPr id="7" name="Rechteck 6">
            <a:extLst>
              <a:ext uri="{FF2B5EF4-FFF2-40B4-BE49-F238E27FC236}">
                <a16:creationId xmlns:a16="http://schemas.microsoft.com/office/drawing/2014/main" id="{ACF1B2FF-170A-AAB2-7F06-2606DCAC950D}"/>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9F56472-5BBF-74C4-21B4-57BB5E76D2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66" name="Textplatzhalter 3">
            <a:extLst>
              <a:ext uri="{FF2B5EF4-FFF2-40B4-BE49-F238E27FC236}">
                <a16:creationId xmlns:a16="http://schemas.microsoft.com/office/drawing/2014/main" id="{87A947C1-6B1B-9AE1-A74A-5B7AF6994ED1}"/>
              </a:ext>
            </a:extLst>
          </p:cNvPr>
          <p:cNvSpPr>
            <a:spLocks noGrp="1"/>
          </p:cNvSpPr>
          <p:nvPr>
            <p:ph type="body" sz="quarter" idx="12" hasCustomPrompt="1"/>
          </p:nvPr>
        </p:nvSpPr>
        <p:spPr>
          <a:xfrm>
            <a:off x="1412665" y="2097534"/>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eins Weit hinten, hinter den Wortbergen, fern der Länder </a:t>
            </a:r>
            <a:r>
              <a:rPr lang="de-DE" err="1"/>
              <a:t>Vokalien</a:t>
            </a:r>
            <a:r>
              <a:rPr lang="de-DE"/>
              <a:t> und </a:t>
            </a:r>
            <a:r>
              <a:rPr lang="de-DE" err="1"/>
              <a:t>Konsonantien</a:t>
            </a:r>
            <a:r>
              <a:rPr lang="de-DE"/>
              <a:t> leben die Blindtexte an einem schönen Ufer.</a:t>
            </a:r>
          </a:p>
        </p:txBody>
      </p:sp>
      <p:sp>
        <p:nvSpPr>
          <p:cNvPr id="70" name="Textplatzhalter 3">
            <a:extLst>
              <a:ext uri="{FF2B5EF4-FFF2-40B4-BE49-F238E27FC236}">
                <a16:creationId xmlns:a16="http://schemas.microsoft.com/office/drawing/2014/main" id="{0C4BD082-F31D-3218-47B9-956A4A8BD33F}"/>
              </a:ext>
            </a:extLst>
          </p:cNvPr>
          <p:cNvSpPr>
            <a:spLocks noGrp="1"/>
          </p:cNvSpPr>
          <p:nvPr>
            <p:ph type="body" sz="quarter" idx="28" hasCustomPrompt="1"/>
          </p:nvPr>
        </p:nvSpPr>
        <p:spPr>
          <a:xfrm>
            <a:off x="1412665" y="4622393"/>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drei Weit hinten, hinter den Wortbergen, fern der Länder </a:t>
            </a:r>
            <a:r>
              <a:rPr lang="de-DE" err="1"/>
              <a:t>Vokalien</a:t>
            </a:r>
            <a:r>
              <a:rPr lang="de-DE"/>
              <a:t> und </a:t>
            </a:r>
            <a:r>
              <a:rPr lang="de-DE" err="1"/>
              <a:t>Konsonantien</a:t>
            </a:r>
            <a:r>
              <a:rPr lang="de-DE"/>
              <a:t> leben die Blindtexte an einem schönen Ufer.</a:t>
            </a:r>
          </a:p>
        </p:txBody>
      </p:sp>
      <p:sp>
        <p:nvSpPr>
          <p:cNvPr id="71" name="Textplatzhalter 4">
            <a:extLst>
              <a:ext uri="{FF2B5EF4-FFF2-40B4-BE49-F238E27FC236}">
                <a16:creationId xmlns:a16="http://schemas.microsoft.com/office/drawing/2014/main" id="{6C32A1F6-64F6-296D-D6FE-6E096589536E}"/>
              </a:ext>
            </a:extLst>
          </p:cNvPr>
          <p:cNvSpPr>
            <a:spLocks noGrp="1"/>
          </p:cNvSpPr>
          <p:nvPr>
            <p:ph type="body" sz="quarter" idx="29" hasCustomPrompt="1"/>
          </p:nvPr>
        </p:nvSpPr>
        <p:spPr>
          <a:xfrm>
            <a:off x="1388536" y="4189535"/>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drei</a:t>
            </a:r>
          </a:p>
        </p:txBody>
      </p:sp>
      <p:sp>
        <p:nvSpPr>
          <p:cNvPr id="72" name="Textplatzhalter 4">
            <a:extLst>
              <a:ext uri="{FF2B5EF4-FFF2-40B4-BE49-F238E27FC236}">
                <a16:creationId xmlns:a16="http://schemas.microsoft.com/office/drawing/2014/main" id="{DEE99EE6-4B30-4EE2-B037-3F6C1EB30BFD}"/>
              </a:ext>
            </a:extLst>
          </p:cNvPr>
          <p:cNvSpPr>
            <a:spLocks noGrp="1"/>
          </p:cNvSpPr>
          <p:nvPr>
            <p:ph type="body" sz="quarter" idx="30" hasCustomPrompt="1"/>
          </p:nvPr>
        </p:nvSpPr>
        <p:spPr>
          <a:xfrm>
            <a:off x="658490" y="3957770"/>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3</a:t>
            </a:r>
          </a:p>
        </p:txBody>
      </p:sp>
      <p:sp>
        <p:nvSpPr>
          <p:cNvPr id="74" name="Textplatzhalter 3">
            <a:extLst>
              <a:ext uri="{FF2B5EF4-FFF2-40B4-BE49-F238E27FC236}">
                <a16:creationId xmlns:a16="http://schemas.microsoft.com/office/drawing/2014/main" id="{1CE09299-0E02-4A77-372B-EDADF740EE17}"/>
              </a:ext>
            </a:extLst>
          </p:cNvPr>
          <p:cNvSpPr>
            <a:spLocks noGrp="1"/>
          </p:cNvSpPr>
          <p:nvPr>
            <p:ph type="body" sz="quarter" idx="37" hasCustomPrompt="1"/>
          </p:nvPr>
        </p:nvSpPr>
        <p:spPr>
          <a:xfrm>
            <a:off x="7046725" y="2097534"/>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eins Weit hinten, hinter den Wortbergen, fern der Länder </a:t>
            </a:r>
            <a:r>
              <a:rPr lang="de-DE" err="1"/>
              <a:t>Vokalien</a:t>
            </a:r>
            <a:r>
              <a:rPr lang="de-DE"/>
              <a:t> und </a:t>
            </a:r>
            <a:r>
              <a:rPr lang="de-DE" err="1"/>
              <a:t>Konsonantien</a:t>
            </a:r>
            <a:r>
              <a:rPr lang="de-DE"/>
              <a:t> leben die Blindtexte an einem schönen Ufer.</a:t>
            </a:r>
          </a:p>
        </p:txBody>
      </p:sp>
      <p:sp>
        <p:nvSpPr>
          <p:cNvPr id="78" name="Textplatzhalter 3">
            <a:extLst>
              <a:ext uri="{FF2B5EF4-FFF2-40B4-BE49-F238E27FC236}">
                <a16:creationId xmlns:a16="http://schemas.microsoft.com/office/drawing/2014/main" id="{C032C065-D639-C171-EC40-7DB583D340D0}"/>
              </a:ext>
            </a:extLst>
          </p:cNvPr>
          <p:cNvSpPr>
            <a:spLocks noGrp="1"/>
          </p:cNvSpPr>
          <p:nvPr>
            <p:ph type="body" sz="quarter" idx="40" hasCustomPrompt="1"/>
          </p:nvPr>
        </p:nvSpPr>
        <p:spPr>
          <a:xfrm>
            <a:off x="7046725" y="4622393"/>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drei Weit hinten, hinter den Wortbergen, fern der Länder </a:t>
            </a:r>
            <a:r>
              <a:rPr lang="de-DE" err="1"/>
              <a:t>Vokalien</a:t>
            </a:r>
            <a:r>
              <a:rPr lang="de-DE"/>
              <a:t> und </a:t>
            </a:r>
            <a:r>
              <a:rPr lang="de-DE" err="1"/>
              <a:t>Konsonantien</a:t>
            </a:r>
            <a:r>
              <a:rPr lang="de-DE"/>
              <a:t> leben die Blindtexte an einem schönen Ufer.</a:t>
            </a:r>
          </a:p>
        </p:txBody>
      </p:sp>
      <p:sp>
        <p:nvSpPr>
          <p:cNvPr id="79" name="Textplatzhalter 4">
            <a:extLst>
              <a:ext uri="{FF2B5EF4-FFF2-40B4-BE49-F238E27FC236}">
                <a16:creationId xmlns:a16="http://schemas.microsoft.com/office/drawing/2014/main" id="{2A7A6187-5339-0EC3-EB0D-9168EA028F8A}"/>
              </a:ext>
            </a:extLst>
          </p:cNvPr>
          <p:cNvSpPr>
            <a:spLocks noGrp="1"/>
          </p:cNvSpPr>
          <p:nvPr>
            <p:ph type="body" sz="quarter" idx="41" hasCustomPrompt="1"/>
          </p:nvPr>
        </p:nvSpPr>
        <p:spPr>
          <a:xfrm>
            <a:off x="7022596" y="4189535"/>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drei</a:t>
            </a:r>
          </a:p>
        </p:txBody>
      </p:sp>
      <p:sp>
        <p:nvSpPr>
          <p:cNvPr id="80" name="Textplatzhalter 4">
            <a:extLst>
              <a:ext uri="{FF2B5EF4-FFF2-40B4-BE49-F238E27FC236}">
                <a16:creationId xmlns:a16="http://schemas.microsoft.com/office/drawing/2014/main" id="{8A9AAD0C-894C-95F5-7F14-AD89270E1DAC}"/>
              </a:ext>
            </a:extLst>
          </p:cNvPr>
          <p:cNvSpPr>
            <a:spLocks noGrp="1"/>
          </p:cNvSpPr>
          <p:nvPr>
            <p:ph type="body" sz="quarter" idx="42" hasCustomPrompt="1"/>
          </p:nvPr>
        </p:nvSpPr>
        <p:spPr>
          <a:xfrm>
            <a:off x="6292550" y="3957770"/>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4</a:t>
            </a:r>
          </a:p>
        </p:txBody>
      </p:sp>
      <p:sp>
        <p:nvSpPr>
          <p:cNvPr id="2" name="Textplatzhalter 4">
            <a:extLst>
              <a:ext uri="{FF2B5EF4-FFF2-40B4-BE49-F238E27FC236}">
                <a16:creationId xmlns:a16="http://schemas.microsoft.com/office/drawing/2014/main" id="{39CB60B7-7358-2EEB-5959-7A49E37AA9B1}"/>
              </a:ext>
            </a:extLst>
          </p:cNvPr>
          <p:cNvSpPr>
            <a:spLocks noGrp="1"/>
          </p:cNvSpPr>
          <p:nvPr>
            <p:ph type="body" sz="quarter" idx="20" hasCustomPrompt="1"/>
          </p:nvPr>
        </p:nvSpPr>
        <p:spPr>
          <a:xfrm>
            <a:off x="1388536" y="1664676"/>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eins</a:t>
            </a:r>
          </a:p>
        </p:txBody>
      </p:sp>
      <p:sp>
        <p:nvSpPr>
          <p:cNvPr id="3" name="Textplatzhalter 4">
            <a:extLst>
              <a:ext uri="{FF2B5EF4-FFF2-40B4-BE49-F238E27FC236}">
                <a16:creationId xmlns:a16="http://schemas.microsoft.com/office/drawing/2014/main" id="{154955A9-C80F-F3A4-46E2-9CA6C6204A08}"/>
              </a:ext>
            </a:extLst>
          </p:cNvPr>
          <p:cNvSpPr>
            <a:spLocks noGrp="1"/>
          </p:cNvSpPr>
          <p:nvPr>
            <p:ph type="body" sz="quarter" idx="38" hasCustomPrompt="1"/>
          </p:nvPr>
        </p:nvSpPr>
        <p:spPr>
          <a:xfrm>
            <a:off x="7022596" y="1664676"/>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eins</a:t>
            </a:r>
          </a:p>
        </p:txBody>
      </p:sp>
      <p:sp>
        <p:nvSpPr>
          <p:cNvPr id="6" name="Textplatzhalter 4">
            <a:extLst>
              <a:ext uri="{FF2B5EF4-FFF2-40B4-BE49-F238E27FC236}">
                <a16:creationId xmlns:a16="http://schemas.microsoft.com/office/drawing/2014/main" id="{0CB004DF-11CC-0BDB-63AA-95AF8E657D10}"/>
              </a:ext>
            </a:extLst>
          </p:cNvPr>
          <p:cNvSpPr>
            <a:spLocks noGrp="1"/>
          </p:cNvSpPr>
          <p:nvPr>
            <p:ph type="body" sz="quarter" idx="27" hasCustomPrompt="1"/>
          </p:nvPr>
        </p:nvSpPr>
        <p:spPr>
          <a:xfrm>
            <a:off x="658490" y="1408197"/>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1</a:t>
            </a:r>
          </a:p>
        </p:txBody>
      </p:sp>
      <p:sp>
        <p:nvSpPr>
          <p:cNvPr id="9" name="Textplatzhalter 4">
            <a:extLst>
              <a:ext uri="{FF2B5EF4-FFF2-40B4-BE49-F238E27FC236}">
                <a16:creationId xmlns:a16="http://schemas.microsoft.com/office/drawing/2014/main" id="{D3677FC0-C6F8-838C-89A6-5CAD8F402C81}"/>
              </a:ext>
            </a:extLst>
          </p:cNvPr>
          <p:cNvSpPr>
            <a:spLocks noGrp="1"/>
          </p:cNvSpPr>
          <p:nvPr>
            <p:ph type="body" sz="quarter" idx="39" hasCustomPrompt="1"/>
          </p:nvPr>
        </p:nvSpPr>
        <p:spPr>
          <a:xfrm>
            <a:off x="6292550" y="1408197"/>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2</a:t>
            </a:r>
          </a:p>
        </p:txBody>
      </p:sp>
      <p:sp>
        <p:nvSpPr>
          <p:cNvPr id="12" name="Datumsplatzhalter 3">
            <a:extLst>
              <a:ext uri="{FF2B5EF4-FFF2-40B4-BE49-F238E27FC236}">
                <a16:creationId xmlns:a16="http://schemas.microsoft.com/office/drawing/2014/main" id="{55D6A7D0-E23B-B99F-E4FC-A1D26A064D34}"/>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bg1"/>
                </a:solidFill>
                <a:latin typeface="Open Sans Medium"/>
              </a:defRPr>
            </a:lvl1pPr>
          </a:lstStyle>
          <a:p>
            <a:r>
              <a:rPr lang="de-DE"/>
              <a:t>05.08.2026</a:t>
            </a:r>
          </a:p>
        </p:txBody>
      </p:sp>
      <p:sp>
        <p:nvSpPr>
          <p:cNvPr id="13" name="Fußzeilenplatzhalter 4">
            <a:extLst>
              <a:ext uri="{FF2B5EF4-FFF2-40B4-BE49-F238E27FC236}">
                <a16:creationId xmlns:a16="http://schemas.microsoft.com/office/drawing/2014/main" id="{66333DC3-B2F7-46AD-A369-A0078E9581BB}"/>
              </a:ext>
            </a:extLst>
          </p:cNvPr>
          <p:cNvSpPr>
            <a:spLocks noGrp="1"/>
          </p:cNvSpPr>
          <p:nvPr>
            <p:ph type="ftr" sz="quarter" idx="3"/>
          </p:nvPr>
        </p:nvSpPr>
        <p:spPr>
          <a:xfrm>
            <a:off x="1172370" y="6375600"/>
            <a:ext cx="6730946"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a:t>
            </a:r>
            <a:r>
              <a:rPr lang="de-DE">
                <a:solidFill>
                  <a:schemeClr val="bg1"/>
                </a:solidFill>
              </a:rPr>
              <a:t>learn.SHK &amp; BIBB: Aktueller Projektstand</a:t>
            </a:r>
          </a:p>
        </p:txBody>
      </p:sp>
    </p:spTree>
    <p:extLst>
      <p:ext uri="{BB962C8B-B14F-4D97-AF65-F5344CB8AC3E}">
        <p14:creationId xmlns:p14="http://schemas.microsoft.com/office/powerpoint/2010/main" val="884409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azit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33C1C8D1-E371-496D-CA07-B55871CF4C68}"/>
              </a:ext>
            </a:extLst>
          </p:cNvPr>
          <p:cNvSpPr/>
          <p:nvPr userDrawn="1"/>
        </p:nvSpPr>
        <p:spPr>
          <a:xfrm>
            <a:off x="461940" y="1257294"/>
            <a:ext cx="5328529" cy="2259106"/>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chemeClr val="accent4"/>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Fazit hell – ohne </a:t>
            </a:r>
            <a:r>
              <a:rPr lang="de-DE" err="1"/>
              <a:t>Introtext</a:t>
            </a:r>
            <a:endParaRPr lang="de-DE"/>
          </a:p>
        </p:txBody>
      </p:sp>
      <p:sp>
        <p:nvSpPr>
          <p:cNvPr id="7" name="Rechteck 6">
            <a:extLst>
              <a:ext uri="{FF2B5EF4-FFF2-40B4-BE49-F238E27FC236}">
                <a16:creationId xmlns:a16="http://schemas.microsoft.com/office/drawing/2014/main" id="{ACF1B2FF-170A-AAB2-7F06-2606DCAC950D}"/>
              </a:ext>
            </a:extLst>
          </p:cNvPr>
          <p:cNvSpPr/>
          <p:nvPr userDrawn="1"/>
        </p:nvSpPr>
        <p:spPr>
          <a:xfrm>
            <a:off x="10529094" y="6220584"/>
            <a:ext cx="1252538" cy="637415"/>
          </a:xfrm>
          <a:prstGeom prst="rect">
            <a:avLst/>
          </a:prstGeom>
          <a:solidFill>
            <a:schemeClr val="bg1"/>
          </a:solidFill>
          <a:ln>
            <a:noFill/>
          </a:ln>
          <a:effectLst>
            <a:outerShdw blurRad="50800" dist="38100" dir="2700000" sx="95000" sy="95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9F56472-5BBF-74C4-21B4-57BB5E76D2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12" name="Datumsplatzhalter 3">
            <a:extLst>
              <a:ext uri="{FF2B5EF4-FFF2-40B4-BE49-F238E27FC236}">
                <a16:creationId xmlns:a16="http://schemas.microsoft.com/office/drawing/2014/main" id="{EF5F79E0-4826-6F50-3BBB-C89985D4593B}"/>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ctr"/>
          <a:lstStyle>
            <a:lvl1pPr algn="l">
              <a:defRPr sz="1000">
                <a:solidFill>
                  <a:schemeClr val="tx1"/>
                </a:solidFill>
                <a:latin typeface="Open Sans Medium"/>
              </a:defRPr>
            </a:lvl1pPr>
          </a:lstStyle>
          <a:p>
            <a:r>
              <a:rPr lang="de-DE"/>
              <a:t>05.08.2026</a:t>
            </a:r>
          </a:p>
        </p:txBody>
      </p:sp>
      <p:sp>
        <p:nvSpPr>
          <p:cNvPr id="13" name="Fußzeilenplatzhalter 4">
            <a:extLst>
              <a:ext uri="{FF2B5EF4-FFF2-40B4-BE49-F238E27FC236}">
                <a16:creationId xmlns:a16="http://schemas.microsoft.com/office/drawing/2014/main" id="{ABCE6FB1-8213-03F4-88C6-0CC1501748D1}"/>
              </a:ext>
            </a:extLst>
          </p:cNvPr>
          <p:cNvSpPr>
            <a:spLocks noGrp="1"/>
          </p:cNvSpPr>
          <p:nvPr>
            <p:ph type="ftr" sz="quarter" idx="3"/>
          </p:nvPr>
        </p:nvSpPr>
        <p:spPr>
          <a:xfrm>
            <a:off x="1172370" y="6375600"/>
            <a:ext cx="6690664" cy="253596"/>
          </a:xfrm>
          <a:prstGeom prst="rect">
            <a:avLst/>
          </a:prstGeom>
        </p:spPr>
        <p:txBody>
          <a:bodyPr vert="horz" lIns="91440" tIns="45720" rIns="91440" bIns="45720" rtlCol="0" anchor="ctr"/>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a:t>
            </a:r>
          </a:p>
        </p:txBody>
      </p:sp>
      <p:sp>
        <p:nvSpPr>
          <p:cNvPr id="24" name="Rechteck 23">
            <a:extLst>
              <a:ext uri="{FF2B5EF4-FFF2-40B4-BE49-F238E27FC236}">
                <a16:creationId xmlns:a16="http://schemas.microsoft.com/office/drawing/2014/main" id="{BD074617-71C4-7F07-2308-027B38ED30D0}"/>
              </a:ext>
            </a:extLst>
          </p:cNvPr>
          <p:cNvSpPr/>
          <p:nvPr userDrawn="1"/>
        </p:nvSpPr>
        <p:spPr>
          <a:xfrm>
            <a:off x="461940" y="3782153"/>
            <a:ext cx="5328529" cy="2259106"/>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81" name="Rechteck 80">
            <a:extLst>
              <a:ext uri="{FF2B5EF4-FFF2-40B4-BE49-F238E27FC236}">
                <a16:creationId xmlns:a16="http://schemas.microsoft.com/office/drawing/2014/main" id="{48746363-3DBC-4422-9D18-D3BF2B48F4BD}"/>
              </a:ext>
            </a:extLst>
          </p:cNvPr>
          <p:cNvSpPr/>
          <p:nvPr userDrawn="1"/>
        </p:nvSpPr>
        <p:spPr>
          <a:xfrm>
            <a:off x="6096000" y="1257294"/>
            <a:ext cx="5328529" cy="2259106"/>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85" name="Rechteck 84">
            <a:extLst>
              <a:ext uri="{FF2B5EF4-FFF2-40B4-BE49-F238E27FC236}">
                <a16:creationId xmlns:a16="http://schemas.microsoft.com/office/drawing/2014/main" id="{30F745CD-B649-766C-BBF7-FDC387CFDB84}"/>
              </a:ext>
            </a:extLst>
          </p:cNvPr>
          <p:cNvSpPr/>
          <p:nvPr userDrawn="1"/>
        </p:nvSpPr>
        <p:spPr>
          <a:xfrm>
            <a:off x="6096000" y="3782153"/>
            <a:ext cx="5328529" cy="2259106"/>
          </a:xfrm>
          <a:prstGeom prst="rect">
            <a:avLst/>
          </a:prstGeom>
          <a:solidFill>
            <a:srgbClr val="0429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noFill/>
            </a:endParaRPr>
          </a:p>
        </p:txBody>
      </p:sp>
      <p:sp>
        <p:nvSpPr>
          <p:cNvPr id="2" name="Textplatzhalter 3">
            <a:extLst>
              <a:ext uri="{FF2B5EF4-FFF2-40B4-BE49-F238E27FC236}">
                <a16:creationId xmlns:a16="http://schemas.microsoft.com/office/drawing/2014/main" id="{B24303BC-A975-6EAC-4589-012A0202A7AD}"/>
              </a:ext>
            </a:extLst>
          </p:cNvPr>
          <p:cNvSpPr>
            <a:spLocks noGrp="1"/>
          </p:cNvSpPr>
          <p:nvPr>
            <p:ph type="body" sz="quarter" idx="28" hasCustomPrompt="1"/>
          </p:nvPr>
        </p:nvSpPr>
        <p:spPr>
          <a:xfrm>
            <a:off x="1412665" y="4622393"/>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drei Weit hinten, hinter den Wortbergen, fern der Länder </a:t>
            </a:r>
            <a:r>
              <a:rPr lang="de-DE" err="1"/>
              <a:t>Vokalien</a:t>
            </a:r>
            <a:r>
              <a:rPr lang="de-DE"/>
              <a:t> und </a:t>
            </a:r>
            <a:r>
              <a:rPr lang="de-DE" err="1"/>
              <a:t>Konsonantien</a:t>
            </a:r>
            <a:r>
              <a:rPr lang="de-DE"/>
              <a:t> leben die Blindtexte an einem schönen Ufer.</a:t>
            </a:r>
          </a:p>
        </p:txBody>
      </p:sp>
      <p:sp>
        <p:nvSpPr>
          <p:cNvPr id="3" name="Textplatzhalter 4">
            <a:extLst>
              <a:ext uri="{FF2B5EF4-FFF2-40B4-BE49-F238E27FC236}">
                <a16:creationId xmlns:a16="http://schemas.microsoft.com/office/drawing/2014/main" id="{9115FA77-C1FF-443B-15D8-6618C77C45B9}"/>
              </a:ext>
            </a:extLst>
          </p:cNvPr>
          <p:cNvSpPr>
            <a:spLocks noGrp="1"/>
          </p:cNvSpPr>
          <p:nvPr>
            <p:ph type="body" sz="quarter" idx="29" hasCustomPrompt="1"/>
          </p:nvPr>
        </p:nvSpPr>
        <p:spPr>
          <a:xfrm>
            <a:off x="1388536" y="4189535"/>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drei</a:t>
            </a:r>
          </a:p>
        </p:txBody>
      </p:sp>
      <p:sp>
        <p:nvSpPr>
          <p:cNvPr id="9" name="Textplatzhalter 4">
            <a:extLst>
              <a:ext uri="{FF2B5EF4-FFF2-40B4-BE49-F238E27FC236}">
                <a16:creationId xmlns:a16="http://schemas.microsoft.com/office/drawing/2014/main" id="{985A541E-11EA-E23D-C248-4B904B029980}"/>
              </a:ext>
            </a:extLst>
          </p:cNvPr>
          <p:cNvSpPr>
            <a:spLocks noGrp="1"/>
          </p:cNvSpPr>
          <p:nvPr>
            <p:ph type="body" sz="quarter" idx="30" hasCustomPrompt="1"/>
          </p:nvPr>
        </p:nvSpPr>
        <p:spPr>
          <a:xfrm>
            <a:off x="658490" y="3957770"/>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3</a:t>
            </a:r>
          </a:p>
        </p:txBody>
      </p:sp>
      <p:sp>
        <p:nvSpPr>
          <p:cNvPr id="10" name="Textplatzhalter 3">
            <a:extLst>
              <a:ext uri="{FF2B5EF4-FFF2-40B4-BE49-F238E27FC236}">
                <a16:creationId xmlns:a16="http://schemas.microsoft.com/office/drawing/2014/main" id="{53CF7702-F7F0-0C01-ABF5-6C9591272339}"/>
              </a:ext>
            </a:extLst>
          </p:cNvPr>
          <p:cNvSpPr>
            <a:spLocks noGrp="1"/>
          </p:cNvSpPr>
          <p:nvPr>
            <p:ph type="body" sz="quarter" idx="37" hasCustomPrompt="1"/>
          </p:nvPr>
        </p:nvSpPr>
        <p:spPr>
          <a:xfrm>
            <a:off x="7046725" y="2097534"/>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eins Weit hinten, hinter den Wortbergen, fern der Länder </a:t>
            </a:r>
            <a:r>
              <a:rPr lang="de-DE" err="1"/>
              <a:t>Vokalien</a:t>
            </a:r>
            <a:r>
              <a:rPr lang="de-DE"/>
              <a:t> und </a:t>
            </a:r>
            <a:r>
              <a:rPr lang="de-DE" err="1"/>
              <a:t>Konsonantien</a:t>
            </a:r>
            <a:r>
              <a:rPr lang="de-DE"/>
              <a:t> leben die Blindtexte an einem schönen Ufer.</a:t>
            </a:r>
          </a:p>
        </p:txBody>
      </p:sp>
      <p:sp>
        <p:nvSpPr>
          <p:cNvPr id="11" name="Textplatzhalter 3">
            <a:extLst>
              <a:ext uri="{FF2B5EF4-FFF2-40B4-BE49-F238E27FC236}">
                <a16:creationId xmlns:a16="http://schemas.microsoft.com/office/drawing/2014/main" id="{27F9FF4A-05C5-0F72-39A4-F522392E553F}"/>
              </a:ext>
            </a:extLst>
          </p:cNvPr>
          <p:cNvSpPr>
            <a:spLocks noGrp="1"/>
          </p:cNvSpPr>
          <p:nvPr>
            <p:ph type="body" sz="quarter" idx="40" hasCustomPrompt="1"/>
          </p:nvPr>
        </p:nvSpPr>
        <p:spPr>
          <a:xfrm>
            <a:off x="7046725" y="4622393"/>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drei Weit hinten, hinter den Wortbergen, fern der Länder </a:t>
            </a:r>
            <a:r>
              <a:rPr lang="de-DE" err="1"/>
              <a:t>Vokalien</a:t>
            </a:r>
            <a:r>
              <a:rPr lang="de-DE"/>
              <a:t> und </a:t>
            </a:r>
            <a:r>
              <a:rPr lang="de-DE" err="1"/>
              <a:t>Konsonantien</a:t>
            </a:r>
            <a:r>
              <a:rPr lang="de-DE"/>
              <a:t> leben die Blindtexte an einem schönen Ufer.</a:t>
            </a:r>
          </a:p>
        </p:txBody>
      </p:sp>
      <p:sp>
        <p:nvSpPr>
          <p:cNvPr id="15" name="Textplatzhalter 4">
            <a:extLst>
              <a:ext uri="{FF2B5EF4-FFF2-40B4-BE49-F238E27FC236}">
                <a16:creationId xmlns:a16="http://schemas.microsoft.com/office/drawing/2014/main" id="{9F2D32C7-A498-6590-BC61-397FF0376CA3}"/>
              </a:ext>
            </a:extLst>
          </p:cNvPr>
          <p:cNvSpPr>
            <a:spLocks noGrp="1"/>
          </p:cNvSpPr>
          <p:nvPr>
            <p:ph type="body" sz="quarter" idx="41" hasCustomPrompt="1"/>
          </p:nvPr>
        </p:nvSpPr>
        <p:spPr>
          <a:xfrm>
            <a:off x="7022596" y="4189535"/>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drei</a:t>
            </a:r>
          </a:p>
        </p:txBody>
      </p:sp>
      <p:sp>
        <p:nvSpPr>
          <p:cNvPr id="16" name="Textplatzhalter 4">
            <a:extLst>
              <a:ext uri="{FF2B5EF4-FFF2-40B4-BE49-F238E27FC236}">
                <a16:creationId xmlns:a16="http://schemas.microsoft.com/office/drawing/2014/main" id="{9E8BFC33-A80B-CB41-E189-D49DDD2F03F8}"/>
              </a:ext>
            </a:extLst>
          </p:cNvPr>
          <p:cNvSpPr>
            <a:spLocks noGrp="1"/>
          </p:cNvSpPr>
          <p:nvPr>
            <p:ph type="body" sz="quarter" idx="42" hasCustomPrompt="1"/>
          </p:nvPr>
        </p:nvSpPr>
        <p:spPr>
          <a:xfrm>
            <a:off x="6292550" y="3957770"/>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4</a:t>
            </a:r>
          </a:p>
        </p:txBody>
      </p:sp>
      <p:sp>
        <p:nvSpPr>
          <p:cNvPr id="17" name="Textplatzhalter 4">
            <a:extLst>
              <a:ext uri="{FF2B5EF4-FFF2-40B4-BE49-F238E27FC236}">
                <a16:creationId xmlns:a16="http://schemas.microsoft.com/office/drawing/2014/main" id="{DF14A115-E9BD-3448-3A5C-CD60C03346BE}"/>
              </a:ext>
            </a:extLst>
          </p:cNvPr>
          <p:cNvSpPr>
            <a:spLocks noGrp="1"/>
          </p:cNvSpPr>
          <p:nvPr>
            <p:ph type="body" sz="quarter" idx="20" hasCustomPrompt="1"/>
          </p:nvPr>
        </p:nvSpPr>
        <p:spPr>
          <a:xfrm>
            <a:off x="1388536" y="1664676"/>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eins</a:t>
            </a:r>
          </a:p>
        </p:txBody>
      </p:sp>
      <p:sp>
        <p:nvSpPr>
          <p:cNvPr id="18" name="Textplatzhalter 4">
            <a:extLst>
              <a:ext uri="{FF2B5EF4-FFF2-40B4-BE49-F238E27FC236}">
                <a16:creationId xmlns:a16="http://schemas.microsoft.com/office/drawing/2014/main" id="{9EAE5E49-B7C6-6FA4-AF92-B11FAB2003BD}"/>
              </a:ext>
            </a:extLst>
          </p:cNvPr>
          <p:cNvSpPr>
            <a:spLocks noGrp="1"/>
          </p:cNvSpPr>
          <p:nvPr>
            <p:ph type="body" sz="quarter" idx="38" hasCustomPrompt="1"/>
          </p:nvPr>
        </p:nvSpPr>
        <p:spPr>
          <a:xfrm>
            <a:off x="7022596" y="1664676"/>
            <a:ext cx="3856537" cy="383673"/>
          </a:xfrm>
          <a:prstGeom prst="rect">
            <a:avLst/>
          </a:prstGeom>
        </p:spPr>
        <p:txBody>
          <a:bodyPr/>
          <a:lstStyle>
            <a:lvl1pPr marL="0" indent="0">
              <a:buNone/>
              <a:defRPr sz="2000">
                <a:solidFill>
                  <a:schemeClr val="bg1"/>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Überschrift Punkt eins</a:t>
            </a:r>
          </a:p>
        </p:txBody>
      </p:sp>
      <p:sp>
        <p:nvSpPr>
          <p:cNvPr id="19" name="Textplatzhalter 4">
            <a:extLst>
              <a:ext uri="{FF2B5EF4-FFF2-40B4-BE49-F238E27FC236}">
                <a16:creationId xmlns:a16="http://schemas.microsoft.com/office/drawing/2014/main" id="{25EE66C0-2BEF-B853-BB67-9D67ADF1B778}"/>
              </a:ext>
            </a:extLst>
          </p:cNvPr>
          <p:cNvSpPr>
            <a:spLocks noGrp="1"/>
          </p:cNvSpPr>
          <p:nvPr>
            <p:ph type="body" sz="quarter" idx="27" hasCustomPrompt="1"/>
          </p:nvPr>
        </p:nvSpPr>
        <p:spPr>
          <a:xfrm>
            <a:off x="658490" y="1408197"/>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1</a:t>
            </a:r>
          </a:p>
        </p:txBody>
      </p:sp>
      <p:sp>
        <p:nvSpPr>
          <p:cNvPr id="20" name="Textplatzhalter 4">
            <a:extLst>
              <a:ext uri="{FF2B5EF4-FFF2-40B4-BE49-F238E27FC236}">
                <a16:creationId xmlns:a16="http://schemas.microsoft.com/office/drawing/2014/main" id="{A9755F21-BAC9-6C2B-7EB5-70EF7A3B90EC}"/>
              </a:ext>
            </a:extLst>
          </p:cNvPr>
          <p:cNvSpPr>
            <a:spLocks noGrp="1"/>
          </p:cNvSpPr>
          <p:nvPr>
            <p:ph type="body" sz="quarter" idx="39" hasCustomPrompt="1"/>
          </p:nvPr>
        </p:nvSpPr>
        <p:spPr>
          <a:xfrm>
            <a:off x="6292550" y="1408197"/>
            <a:ext cx="514672" cy="844897"/>
          </a:xfrm>
          <a:prstGeom prst="rect">
            <a:avLst/>
          </a:prstGeom>
        </p:spPr>
        <p:txBody>
          <a:bodyPr/>
          <a:lstStyle>
            <a:lvl1pPr marL="0" indent="0">
              <a:buNone/>
              <a:defRPr sz="6000">
                <a:solidFill>
                  <a:schemeClr val="accent3"/>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pPr lvl="0"/>
            <a:r>
              <a:rPr lang="de-DE"/>
              <a:t>2</a:t>
            </a:r>
          </a:p>
        </p:txBody>
      </p:sp>
      <p:sp>
        <p:nvSpPr>
          <p:cNvPr id="21" name="Textplatzhalter 3">
            <a:extLst>
              <a:ext uri="{FF2B5EF4-FFF2-40B4-BE49-F238E27FC236}">
                <a16:creationId xmlns:a16="http://schemas.microsoft.com/office/drawing/2014/main" id="{6DE7A24A-F6EC-0F09-E99F-DB8340E15516}"/>
              </a:ext>
            </a:extLst>
          </p:cNvPr>
          <p:cNvSpPr>
            <a:spLocks noGrp="1"/>
          </p:cNvSpPr>
          <p:nvPr>
            <p:ph type="body" sz="quarter" idx="12" hasCustomPrompt="1"/>
          </p:nvPr>
        </p:nvSpPr>
        <p:spPr>
          <a:xfrm>
            <a:off x="1412665" y="2097534"/>
            <a:ext cx="3832408" cy="1162700"/>
          </a:xfrm>
          <a:prstGeom prst="rect">
            <a:avLst/>
          </a:prstGeom>
        </p:spPr>
        <p:txBody>
          <a:bodyPr/>
          <a:lstStyle>
            <a:lvl1pPr marL="0" indent="0">
              <a:lnSpc>
                <a:spcPts val="2200"/>
              </a:lnSpc>
              <a:spcBef>
                <a:spcPts val="600"/>
              </a:spcBef>
              <a:buFontTx/>
              <a:buNone/>
              <a:defRPr sz="1600">
                <a:solidFill>
                  <a:schemeClr val="bg1"/>
                </a:solidFill>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Text Punkt eins Weit hinten, hinter den Wortbergen, fern der Länder </a:t>
            </a:r>
            <a:r>
              <a:rPr lang="de-DE" err="1"/>
              <a:t>Vokalien</a:t>
            </a:r>
            <a:r>
              <a:rPr lang="de-DE"/>
              <a:t> und </a:t>
            </a:r>
            <a:r>
              <a:rPr lang="de-DE" err="1"/>
              <a:t>Konsonantien</a:t>
            </a:r>
            <a:r>
              <a:rPr lang="de-DE"/>
              <a:t> leben die Blindtexte an einem schönen Ufer.</a:t>
            </a:r>
          </a:p>
        </p:txBody>
      </p:sp>
    </p:spTree>
    <p:extLst>
      <p:ext uri="{BB962C8B-B14F-4D97-AF65-F5344CB8AC3E}">
        <p14:creationId xmlns:p14="http://schemas.microsoft.com/office/powerpoint/2010/main" val="14522353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14" name="Textplatzhalter 4">
            <a:extLst>
              <a:ext uri="{FF2B5EF4-FFF2-40B4-BE49-F238E27FC236}">
                <a16:creationId xmlns:a16="http://schemas.microsoft.com/office/drawing/2014/main" id="{DFD3FCAC-24B8-4F61-B2AB-F4135B415AD7}"/>
              </a:ext>
            </a:extLst>
          </p:cNvPr>
          <p:cNvSpPr>
            <a:spLocks noGrp="1"/>
          </p:cNvSpPr>
          <p:nvPr>
            <p:ph type="body" sz="quarter" idx="10" hasCustomPrompt="1"/>
          </p:nvPr>
        </p:nvSpPr>
        <p:spPr>
          <a:xfrm>
            <a:off x="480060" y="501224"/>
            <a:ext cx="8111490" cy="1451401"/>
          </a:xfrm>
          <a:prstGeom prst="rect">
            <a:avLst/>
          </a:prstGeom>
        </p:spPr>
        <p:txBody>
          <a:bodyPr/>
          <a:lstStyle>
            <a:lvl1pPr marL="0" indent="0">
              <a:lnSpc>
                <a:spcPts val="3600"/>
              </a:lnSpc>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r>
              <a:rPr lang="de-DE"/>
              <a:t>Vielen Dank! Haben Sie </a:t>
            </a:r>
            <a:br>
              <a:rPr lang="de-DE"/>
            </a:br>
            <a:r>
              <a:rPr lang="de-DE"/>
              <a:t>Anregungen oder Fragen?</a:t>
            </a:r>
          </a:p>
        </p:txBody>
      </p:sp>
      <p:grpSp>
        <p:nvGrpSpPr>
          <p:cNvPr id="86" name="Gruppieren 85">
            <a:extLst>
              <a:ext uri="{FF2B5EF4-FFF2-40B4-BE49-F238E27FC236}">
                <a16:creationId xmlns:a16="http://schemas.microsoft.com/office/drawing/2014/main" id="{50EA01DD-372F-4E21-BF46-038597C065B0}"/>
              </a:ext>
            </a:extLst>
          </p:cNvPr>
          <p:cNvGrpSpPr/>
          <p:nvPr userDrawn="1"/>
        </p:nvGrpSpPr>
        <p:grpSpPr>
          <a:xfrm>
            <a:off x="6376372" y="5517640"/>
            <a:ext cx="1394368" cy="530940"/>
            <a:chOff x="6376372" y="5517640"/>
            <a:chExt cx="1394368" cy="530940"/>
          </a:xfrm>
        </p:grpSpPr>
        <p:sp>
          <p:nvSpPr>
            <p:cNvPr id="49" name="Freihandform: Form 48">
              <a:extLst>
                <a:ext uri="{FF2B5EF4-FFF2-40B4-BE49-F238E27FC236}">
                  <a16:creationId xmlns:a16="http://schemas.microsoft.com/office/drawing/2014/main" id="{A8967BE6-5AA7-408F-B60B-13DF740D009E}"/>
                </a:ext>
              </a:extLst>
            </p:cNvPr>
            <p:cNvSpPr/>
            <p:nvPr/>
          </p:nvSpPr>
          <p:spPr>
            <a:xfrm>
              <a:off x="7040376" y="5852302"/>
              <a:ext cx="41475" cy="71051"/>
            </a:xfrm>
            <a:custGeom>
              <a:avLst/>
              <a:gdLst>
                <a:gd name="connsiteX0" fmla="*/ 7208 w 41475"/>
                <a:gd name="connsiteY0" fmla="*/ 31006 h 71051"/>
                <a:gd name="connsiteX1" fmla="*/ 15046 w 41475"/>
                <a:gd name="connsiteY1" fmla="*/ 31006 h 71051"/>
                <a:gd name="connsiteX2" fmla="*/ 32322 w 41475"/>
                <a:gd name="connsiteY2" fmla="*/ 17791 h 71051"/>
                <a:gd name="connsiteX3" fmla="*/ 16876 w 41475"/>
                <a:gd name="connsiteY3" fmla="*/ 6064 h 71051"/>
                <a:gd name="connsiteX4" fmla="*/ 7208 w 41475"/>
                <a:gd name="connsiteY4" fmla="*/ 6064 h 71051"/>
                <a:gd name="connsiteX5" fmla="*/ 7208 w 41475"/>
                <a:gd name="connsiteY5" fmla="*/ 31006 h 71051"/>
                <a:gd name="connsiteX6" fmla="*/ 7208 w 41475"/>
                <a:gd name="connsiteY6" fmla="*/ 31006 h 71051"/>
                <a:gd name="connsiteX7" fmla="*/ 7036 w 41475"/>
                <a:gd name="connsiteY7" fmla="*/ 64930 h 71051"/>
                <a:gd name="connsiteX8" fmla="*/ 14359 w 41475"/>
                <a:gd name="connsiteY8" fmla="*/ 64930 h 71051"/>
                <a:gd name="connsiteX9" fmla="*/ 34496 w 41475"/>
                <a:gd name="connsiteY9" fmla="*/ 51086 h 71051"/>
                <a:gd name="connsiteX10" fmla="*/ 13215 w 41475"/>
                <a:gd name="connsiteY10" fmla="*/ 37128 h 71051"/>
                <a:gd name="connsiteX11" fmla="*/ 7036 w 41475"/>
                <a:gd name="connsiteY11" fmla="*/ 37128 h 71051"/>
                <a:gd name="connsiteX12" fmla="*/ 7036 w 41475"/>
                <a:gd name="connsiteY12" fmla="*/ 64930 h 71051"/>
                <a:gd name="connsiteX13" fmla="*/ 7036 w 41475"/>
                <a:gd name="connsiteY13" fmla="*/ 64930 h 71051"/>
                <a:gd name="connsiteX14" fmla="*/ 0 w 41475"/>
                <a:gd name="connsiteY14" fmla="*/ 0 h 71051"/>
                <a:gd name="connsiteX15" fmla="*/ 16876 w 41475"/>
                <a:gd name="connsiteY15" fmla="*/ 0 h 71051"/>
                <a:gd name="connsiteX16" fmla="*/ 39359 w 41475"/>
                <a:gd name="connsiteY16" fmla="*/ 17505 h 71051"/>
                <a:gd name="connsiteX17" fmla="*/ 26430 w 41475"/>
                <a:gd name="connsiteY17" fmla="*/ 33695 h 71051"/>
                <a:gd name="connsiteX18" fmla="*/ 26430 w 41475"/>
                <a:gd name="connsiteY18" fmla="*/ 33924 h 71051"/>
                <a:gd name="connsiteX19" fmla="*/ 41475 w 41475"/>
                <a:gd name="connsiteY19" fmla="*/ 50800 h 71051"/>
                <a:gd name="connsiteX20" fmla="*/ 14130 w 41475"/>
                <a:gd name="connsiteY20" fmla="*/ 71051 h 71051"/>
                <a:gd name="connsiteX21" fmla="*/ 0 w 41475"/>
                <a:gd name="connsiteY21" fmla="*/ 71051 h 71051"/>
                <a:gd name="connsiteX22" fmla="*/ 0 w 41475"/>
                <a:gd name="connsiteY22" fmla="*/ 57 h 71051"/>
                <a:gd name="connsiteX23" fmla="*/ 0 w 41475"/>
                <a:gd name="connsiteY23" fmla="*/ 57 h 7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75" h="71051">
                  <a:moveTo>
                    <a:pt x="7208" y="31006"/>
                  </a:moveTo>
                  <a:lnTo>
                    <a:pt x="15046" y="31006"/>
                  </a:lnTo>
                  <a:cubicBezTo>
                    <a:pt x="22482" y="31006"/>
                    <a:pt x="32322" y="29061"/>
                    <a:pt x="32322" y="17791"/>
                  </a:cubicBezTo>
                  <a:cubicBezTo>
                    <a:pt x="32322" y="7494"/>
                    <a:pt x="22883" y="6064"/>
                    <a:pt x="16876" y="6064"/>
                  </a:cubicBezTo>
                  <a:lnTo>
                    <a:pt x="7208" y="6064"/>
                  </a:lnTo>
                  <a:lnTo>
                    <a:pt x="7208" y="31006"/>
                  </a:lnTo>
                  <a:lnTo>
                    <a:pt x="7208" y="31006"/>
                  </a:lnTo>
                  <a:close/>
                  <a:moveTo>
                    <a:pt x="7036" y="64930"/>
                  </a:moveTo>
                  <a:lnTo>
                    <a:pt x="14359" y="64930"/>
                  </a:lnTo>
                  <a:cubicBezTo>
                    <a:pt x="23798" y="64930"/>
                    <a:pt x="34496" y="62413"/>
                    <a:pt x="34496" y="51086"/>
                  </a:cubicBezTo>
                  <a:cubicBezTo>
                    <a:pt x="34496" y="38443"/>
                    <a:pt x="23627" y="37128"/>
                    <a:pt x="13215" y="37128"/>
                  </a:cubicBezTo>
                  <a:lnTo>
                    <a:pt x="7036" y="37128"/>
                  </a:lnTo>
                  <a:lnTo>
                    <a:pt x="7036" y="64930"/>
                  </a:lnTo>
                  <a:lnTo>
                    <a:pt x="7036" y="64930"/>
                  </a:lnTo>
                  <a:close/>
                  <a:moveTo>
                    <a:pt x="0" y="0"/>
                  </a:moveTo>
                  <a:lnTo>
                    <a:pt x="16876" y="0"/>
                  </a:lnTo>
                  <a:cubicBezTo>
                    <a:pt x="28489" y="0"/>
                    <a:pt x="39359" y="3890"/>
                    <a:pt x="39359" y="17505"/>
                  </a:cubicBezTo>
                  <a:cubicBezTo>
                    <a:pt x="39359" y="26544"/>
                    <a:pt x="35182" y="31979"/>
                    <a:pt x="26430" y="33695"/>
                  </a:cubicBezTo>
                  <a:lnTo>
                    <a:pt x="26430" y="33924"/>
                  </a:lnTo>
                  <a:cubicBezTo>
                    <a:pt x="35411" y="35526"/>
                    <a:pt x="41475" y="41475"/>
                    <a:pt x="41475" y="50800"/>
                  </a:cubicBezTo>
                  <a:cubicBezTo>
                    <a:pt x="41475" y="66246"/>
                    <a:pt x="28832" y="71051"/>
                    <a:pt x="14130" y="71051"/>
                  </a:cubicBezTo>
                  <a:lnTo>
                    <a:pt x="0" y="71051"/>
                  </a:lnTo>
                  <a:lnTo>
                    <a:pt x="0" y="57"/>
                  </a:lnTo>
                  <a:lnTo>
                    <a:pt x="0" y="57"/>
                  </a:lnTo>
                  <a:close/>
                </a:path>
              </a:pathLst>
            </a:custGeom>
            <a:solidFill>
              <a:srgbClr val="003369"/>
            </a:solidFill>
            <a:ln w="5715" cap="flat">
              <a:noFill/>
              <a:prstDash val="solid"/>
              <a:miter/>
            </a:ln>
          </p:spPr>
          <p:txBody>
            <a:bodyPr rtlCol="0" anchor="ctr"/>
            <a:lstStyle/>
            <a:p>
              <a:endParaRPr lang="de-DE"/>
            </a:p>
          </p:txBody>
        </p:sp>
        <p:sp>
          <p:nvSpPr>
            <p:cNvPr id="50" name="Freihandform: Form 49">
              <a:extLst>
                <a:ext uri="{FF2B5EF4-FFF2-40B4-BE49-F238E27FC236}">
                  <a16:creationId xmlns:a16="http://schemas.microsoft.com/office/drawing/2014/main" id="{538E4925-9188-414B-B116-D6FD15C7006C}"/>
                </a:ext>
              </a:extLst>
            </p:cNvPr>
            <p:cNvSpPr/>
            <p:nvPr/>
          </p:nvSpPr>
          <p:spPr>
            <a:xfrm>
              <a:off x="7094437" y="5871295"/>
              <a:ext cx="40903" cy="53202"/>
            </a:xfrm>
            <a:custGeom>
              <a:avLst/>
              <a:gdLst>
                <a:gd name="connsiteX0" fmla="*/ 40503 w 40903"/>
                <a:gd name="connsiteY0" fmla="*/ 39816 h 53202"/>
                <a:gd name="connsiteX1" fmla="*/ 40903 w 40903"/>
                <a:gd name="connsiteY1" fmla="*/ 52001 h 53202"/>
                <a:gd name="connsiteX2" fmla="*/ 34668 w 40903"/>
                <a:gd name="connsiteY2" fmla="*/ 52001 h 53202"/>
                <a:gd name="connsiteX3" fmla="*/ 34668 w 40903"/>
                <a:gd name="connsiteY3" fmla="*/ 42734 h 53202"/>
                <a:gd name="connsiteX4" fmla="*/ 34439 w 40903"/>
                <a:gd name="connsiteY4" fmla="*/ 42734 h 53202"/>
                <a:gd name="connsiteX5" fmla="*/ 17677 w 40903"/>
                <a:gd name="connsiteY5" fmla="*/ 53203 h 53202"/>
                <a:gd name="connsiteX6" fmla="*/ 0 w 40903"/>
                <a:gd name="connsiteY6" fmla="*/ 33237 h 53202"/>
                <a:gd name="connsiteX7" fmla="*/ 0 w 40903"/>
                <a:gd name="connsiteY7" fmla="*/ 57 h 53202"/>
                <a:gd name="connsiteX8" fmla="*/ 6408 w 40903"/>
                <a:gd name="connsiteY8" fmla="*/ 57 h 53202"/>
                <a:gd name="connsiteX9" fmla="*/ 6408 w 40903"/>
                <a:gd name="connsiteY9" fmla="*/ 31578 h 53202"/>
                <a:gd name="connsiteX10" fmla="*/ 18707 w 40903"/>
                <a:gd name="connsiteY10" fmla="*/ 47654 h 53202"/>
                <a:gd name="connsiteX11" fmla="*/ 34096 w 40903"/>
                <a:gd name="connsiteY11" fmla="*/ 28718 h 53202"/>
                <a:gd name="connsiteX12" fmla="*/ 34096 w 40903"/>
                <a:gd name="connsiteY12" fmla="*/ 0 h 53202"/>
                <a:gd name="connsiteX13" fmla="*/ 40503 w 40903"/>
                <a:gd name="connsiteY13" fmla="*/ 0 h 53202"/>
                <a:gd name="connsiteX14" fmla="*/ 40503 w 40903"/>
                <a:gd name="connsiteY14" fmla="*/ 39702 h 53202"/>
                <a:gd name="connsiteX15" fmla="*/ 40503 w 40903"/>
                <a:gd name="connsiteY15" fmla="*/ 39702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903" h="53202">
                  <a:moveTo>
                    <a:pt x="40503" y="39816"/>
                  </a:moveTo>
                  <a:cubicBezTo>
                    <a:pt x="40503" y="43764"/>
                    <a:pt x="40503" y="47825"/>
                    <a:pt x="40903" y="52001"/>
                  </a:cubicBezTo>
                  <a:lnTo>
                    <a:pt x="34668" y="52001"/>
                  </a:lnTo>
                  <a:lnTo>
                    <a:pt x="34668" y="42734"/>
                  </a:lnTo>
                  <a:lnTo>
                    <a:pt x="34439" y="42734"/>
                  </a:lnTo>
                  <a:cubicBezTo>
                    <a:pt x="32322" y="47425"/>
                    <a:pt x="28432" y="53203"/>
                    <a:pt x="17677" y="53203"/>
                  </a:cubicBezTo>
                  <a:cubicBezTo>
                    <a:pt x="4863" y="53203"/>
                    <a:pt x="0" y="44679"/>
                    <a:pt x="0" y="33237"/>
                  </a:cubicBezTo>
                  <a:lnTo>
                    <a:pt x="0" y="57"/>
                  </a:lnTo>
                  <a:lnTo>
                    <a:pt x="6408" y="57"/>
                  </a:lnTo>
                  <a:lnTo>
                    <a:pt x="6408" y="31578"/>
                  </a:lnTo>
                  <a:cubicBezTo>
                    <a:pt x="6408" y="41361"/>
                    <a:pt x="9840" y="47654"/>
                    <a:pt x="18707" y="47654"/>
                  </a:cubicBezTo>
                  <a:cubicBezTo>
                    <a:pt x="30434" y="47654"/>
                    <a:pt x="34096" y="37356"/>
                    <a:pt x="34096" y="28718"/>
                  </a:cubicBezTo>
                  <a:lnTo>
                    <a:pt x="34096" y="0"/>
                  </a:lnTo>
                  <a:lnTo>
                    <a:pt x="40503" y="0"/>
                  </a:lnTo>
                  <a:lnTo>
                    <a:pt x="40503" y="39702"/>
                  </a:lnTo>
                  <a:lnTo>
                    <a:pt x="40503" y="39702"/>
                  </a:lnTo>
                  <a:close/>
                </a:path>
              </a:pathLst>
            </a:custGeom>
            <a:solidFill>
              <a:srgbClr val="003369"/>
            </a:solidFill>
            <a:ln w="5715" cap="flat">
              <a:noFill/>
              <a:prstDash val="solid"/>
              <a:miter/>
            </a:ln>
          </p:spPr>
          <p:txBody>
            <a:bodyPr rtlCol="0" anchor="ctr"/>
            <a:lstStyle/>
            <a:p>
              <a:endParaRPr lang="de-DE"/>
            </a:p>
          </p:txBody>
        </p:sp>
        <p:sp>
          <p:nvSpPr>
            <p:cNvPr id="51" name="Freihandform: Form 50">
              <a:extLst>
                <a:ext uri="{FF2B5EF4-FFF2-40B4-BE49-F238E27FC236}">
                  <a16:creationId xmlns:a16="http://schemas.microsoft.com/office/drawing/2014/main" id="{ABF7658D-F119-4F4B-80A5-72201BE5AA0D}"/>
                </a:ext>
              </a:extLst>
            </p:cNvPr>
            <p:cNvSpPr/>
            <p:nvPr/>
          </p:nvSpPr>
          <p:spPr>
            <a:xfrm>
              <a:off x="7148269" y="5870265"/>
              <a:ext cx="40846" cy="53202"/>
            </a:xfrm>
            <a:custGeom>
              <a:avLst/>
              <a:gdLst>
                <a:gd name="connsiteX0" fmla="*/ 400 w 40846"/>
                <a:gd name="connsiteY0" fmla="*/ 13387 h 53202"/>
                <a:gd name="connsiteX1" fmla="*/ 0 w 40846"/>
                <a:gd name="connsiteY1" fmla="*/ 1201 h 53202"/>
                <a:gd name="connsiteX2" fmla="*/ 6178 w 40846"/>
                <a:gd name="connsiteY2" fmla="*/ 1201 h 53202"/>
                <a:gd name="connsiteX3" fmla="*/ 6178 w 40846"/>
                <a:gd name="connsiteY3" fmla="*/ 10469 h 53202"/>
                <a:gd name="connsiteX4" fmla="*/ 6407 w 40846"/>
                <a:gd name="connsiteY4" fmla="*/ 10469 h 53202"/>
                <a:gd name="connsiteX5" fmla="*/ 23169 w 40846"/>
                <a:gd name="connsiteY5" fmla="*/ 0 h 53202"/>
                <a:gd name="connsiteX6" fmla="*/ 40846 w 40846"/>
                <a:gd name="connsiteY6" fmla="*/ 19965 h 53202"/>
                <a:gd name="connsiteX7" fmla="*/ 40846 w 40846"/>
                <a:gd name="connsiteY7" fmla="*/ 53146 h 53202"/>
                <a:gd name="connsiteX8" fmla="*/ 34439 w 40846"/>
                <a:gd name="connsiteY8" fmla="*/ 53146 h 53202"/>
                <a:gd name="connsiteX9" fmla="*/ 34439 w 40846"/>
                <a:gd name="connsiteY9" fmla="*/ 21624 h 53202"/>
                <a:gd name="connsiteX10" fmla="*/ 22139 w 40846"/>
                <a:gd name="connsiteY10" fmla="*/ 5549 h 53202"/>
                <a:gd name="connsiteX11" fmla="*/ 6750 w 40846"/>
                <a:gd name="connsiteY11" fmla="*/ 24485 h 53202"/>
                <a:gd name="connsiteX12" fmla="*/ 6750 w 40846"/>
                <a:gd name="connsiteY12" fmla="*/ 53203 h 53202"/>
                <a:gd name="connsiteX13" fmla="*/ 343 w 40846"/>
                <a:gd name="connsiteY13" fmla="*/ 53203 h 53202"/>
                <a:gd name="connsiteX14" fmla="*/ 343 w 40846"/>
                <a:gd name="connsiteY14" fmla="*/ 13501 h 53202"/>
                <a:gd name="connsiteX15" fmla="*/ 343 w 40846"/>
                <a:gd name="connsiteY15" fmla="*/ 13501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846" h="53202">
                  <a:moveTo>
                    <a:pt x="400" y="13387"/>
                  </a:moveTo>
                  <a:cubicBezTo>
                    <a:pt x="400" y="9439"/>
                    <a:pt x="400" y="5320"/>
                    <a:pt x="0" y="1201"/>
                  </a:cubicBezTo>
                  <a:lnTo>
                    <a:pt x="6178" y="1201"/>
                  </a:lnTo>
                  <a:lnTo>
                    <a:pt x="6178" y="10469"/>
                  </a:lnTo>
                  <a:lnTo>
                    <a:pt x="6407" y="10469"/>
                  </a:lnTo>
                  <a:cubicBezTo>
                    <a:pt x="8524" y="5778"/>
                    <a:pt x="12414" y="0"/>
                    <a:pt x="23169" y="0"/>
                  </a:cubicBezTo>
                  <a:cubicBezTo>
                    <a:pt x="35983" y="0"/>
                    <a:pt x="40846" y="8524"/>
                    <a:pt x="40846" y="19965"/>
                  </a:cubicBezTo>
                  <a:lnTo>
                    <a:pt x="40846" y="53146"/>
                  </a:lnTo>
                  <a:lnTo>
                    <a:pt x="34439" y="53146"/>
                  </a:lnTo>
                  <a:lnTo>
                    <a:pt x="34439" y="21624"/>
                  </a:lnTo>
                  <a:cubicBezTo>
                    <a:pt x="34439" y="11842"/>
                    <a:pt x="31006" y="5549"/>
                    <a:pt x="22139" y="5549"/>
                  </a:cubicBezTo>
                  <a:cubicBezTo>
                    <a:pt x="10412" y="5549"/>
                    <a:pt x="6750" y="15846"/>
                    <a:pt x="6750" y="24485"/>
                  </a:cubicBezTo>
                  <a:lnTo>
                    <a:pt x="6750" y="53203"/>
                  </a:lnTo>
                  <a:lnTo>
                    <a:pt x="343" y="53203"/>
                  </a:lnTo>
                  <a:lnTo>
                    <a:pt x="343" y="13501"/>
                  </a:lnTo>
                  <a:lnTo>
                    <a:pt x="343" y="13501"/>
                  </a:lnTo>
                  <a:close/>
                </a:path>
              </a:pathLst>
            </a:custGeom>
            <a:solidFill>
              <a:srgbClr val="003369"/>
            </a:solidFill>
            <a:ln w="5715" cap="flat">
              <a:noFill/>
              <a:prstDash val="solid"/>
              <a:miter/>
            </a:ln>
          </p:spPr>
          <p:txBody>
            <a:bodyPr rtlCol="0" anchor="ctr"/>
            <a:lstStyle/>
            <a:p>
              <a:endParaRPr lang="de-DE"/>
            </a:p>
          </p:txBody>
        </p:sp>
        <p:sp>
          <p:nvSpPr>
            <p:cNvPr id="52" name="Freihandform: Form 51">
              <a:extLst>
                <a:ext uri="{FF2B5EF4-FFF2-40B4-BE49-F238E27FC236}">
                  <a16:creationId xmlns:a16="http://schemas.microsoft.com/office/drawing/2014/main" id="{6FA92696-5A99-4A67-A9CF-89C1EEE6CCBD}"/>
                </a:ext>
              </a:extLst>
            </p:cNvPr>
            <p:cNvSpPr/>
            <p:nvPr/>
          </p:nvSpPr>
          <p:spPr>
            <a:xfrm>
              <a:off x="7200099" y="5846925"/>
              <a:ext cx="44221" cy="77573"/>
            </a:xfrm>
            <a:custGeom>
              <a:avLst/>
              <a:gdLst>
                <a:gd name="connsiteX0" fmla="*/ 22425 w 44221"/>
                <a:gd name="connsiteY0" fmla="*/ 72138 h 77573"/>
                <a:gd name="connsiteX1" fmla="*/ 37814 w 44221"/>
                <a:gd name="connsiteY1" fmla="*/ 50457 h 77573"/>
                <a:gd name="connsiteX2" fmla="*/ 22425 w 44221"/>
                <a:gd name="connsiteY2" fmla="*/ 28775 h 77573"/>
                <a:gd name="connsiteX3" fmla="*/ 7036 w 44221"/>
                <a:gd name="connsiteY3" fmla="*/ 50457 h 77573"/>
                <a:gd name="connsiteX4" fmla="*/ 22425 w 44221"/>
                <a:gd name="connsiteY4" fmla="*/ 72138 h 77573"/>
                <a:gd name="connsiteX5" fmla="*/ 22425 w 44221"/>
                <a:gd name="connsiteY5" fmla="*/ 72138 h 77573"/>
                <a:gd name="connsiteX6" fmla="*/ 44221 w 44221"/>
                <a:gd name="connsiteY6" fmla="*/ 76372 h 77573"/>
                <a:gd name="connsiteX7" fmla="*/ 37814 w 44221"/>
                <a:gd name="connsiteY7" fmla="*/ 76372 h 77573"/>
                <a:gd name="connsiteX8" fmla="*/ 37814 w 44221"/>
                <a:gd name="connsiteY8" fmla="*/ 68134 h 77573"/>
                <a:gd name="connsiteX9" fmla="*/ 37585 w 44221"/>
                <a:gd name="connsiteY9" fmla="*/ 68134 h 77573"/>
                <a:gd name="connsiteX10" fmla="*/ 21395 w 44221"/>
                <a:gd name="connsiteY10" fmla="*/ 77573 h 77573"/>
                <a:gd name="connsiteX11" fmla="*/ 0 w 44221"/>
                <a:gd name="connsiteY11" fmla="*/ 50400 h 77573"/>
                <a:gd name="connsiteX12" fmla="*/ 21395 w 44221"/>
                <a:gd name="connsiteY12" fmla="*/ 23226 h 77573"/>
                <a:gd name="connsiteX13" fmla="*/ 37585 w 44221"/>
                <a:gd name="connsiteY13" fmla="*/ 33180 h 77573"/>
                <a:gd name="connsiteX14" fmla="*/ 37814 w 44221"/>
                <a:gd name="connsiteY14" fmla="*/ 33180 h 77573"/>
                <a:gd name="connsiteX15" fmla="*/ 37814 w 44221"/>
                <a:gd name="connsiteY15" fmla="*/ 0 h 77573"/>
                <a:gd name="connsiteX16" fmla="*/ 44221 w 44221"/>
                <a:gd name="connsiteY16" fmla="*/ 0 h 77573"/>
                <a:gd name="connsiteX17" fmla="*/ 44221 w 44221"/>
                <a:gd name="connsiteY17" fmla="*/ 76315 h 77573"/>
                <a:gd name="connsiteX18" fmla="*/ 44221 w 44221"/>
                <a:gd name="connsiteY18" fmla="*/ 76315 h 7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221" h="77573">
                  <a:moveTo>
                    <a:pt x="22425" y="72138"/>
                  </a:moveTo>
                  <a:cubicBezTo>
                    <a:pt x="33809" y="72138"/>
                    <a:pt x="37814" y="59953"/>
                    <a:pt x="37814" y="50457"/>
                  </a:cubicBezTo>
                  <a:cubicBezTo>
                    <a:pt x="37814" y="40960"/>
                    <a:pt x="33867" y="28775"/>
                    <a:pt x="22425" y="28775"/>
                  </a:cubicBezTo>
                  <a:cubicBezTo>
                    <a:pt x="10240" y="28775"/>
                    <a:pt x="7036" y="40388"/>
                    <a:pt x="7036" y="50457"/>
                  </a:cubicBezTo>
                  <a:cubicBezTo>
                    <a:pt x="7036" y="60525"/>
                    <a:pt x="10183" y="72138"/>
                    <a:pt x="22425" y="72138"/>
                  </a:cubicBezTo>
                  <a:lnTo>
                    <a:pt x="22425" y="72138"/>
                  </a:lnTo>
                  <a:close/>
                  <a:moveTo>
                    <a:pt x="44221" y="76372"/>
                  </a:moveTo>
                  <a:lnTo>
                    <a:pt x="37814" y="76372"/>
                  </a:lnTo>
                  <a:lnTo>
                    <a:pt x="37814" y="68134"/>
                  </a:lnTo>
                  <a:lnTo>
                    <a:pt x="37585" y="68134"/>
                  </a:lnTo>
                  <a:cubicBezTo>
                    <a:pt x="34153" y="74770"/>
                    <a:pt x="28832" y="77573"/>
                    <a:pt x="21395" y="77573"/>
                  </a:cubicBezTo>
                  <a:cubicBezTo>
                    <a:pt x="7151" y="77573"/>
                    <a:pt x="0" y="65788"/>
                    <a:pt x="0" y="50400"/>
                  </a:cubicBezTo>
                  <a:cubicBezTo>
                    <a:pt x="0" y="35011"/>
                    <a:pt x="6121" y="23226"/>
                    <a:pt x="21395" y="23226"/>
                  </a:cubicBezTo>
                  <a:cubicBezTo>
                    <a:pt x="31579" y="23226"/>
                    <a:pt x="36670" y="30663"/>
                    <a:pt x="37585" y="33180"/>
                  </a:cubicBezTo>
                  <a:lnTo>
                    <a:pt x="37814" y="33180"/>
                  </a:lnTo>
                  <a:lnTo>
                    <a:pt x="37814" y="0"/>
                  </a:lnTo>
                  <a:lnTo>
                    <a:pt x="44221" y="0"/>
                  </a:lnTo>
                  <a:lnTo>
                    <a:pt x="44221" y="76315"/>
                  </a:lnTo>
                  <a:lnTo>
                    <a:pt x="44221" y="76315"/>
                  </a:lnTo>
                  <a:close/>
                </a:path>
              </a:pathLst>
            </a:custGeom>
            <a:solidFill>
              <a:srgbClr val="003369"/>
            </a:solidFill>
            <a:ln w="5715" cap="flat">
              <a:noFill/>
              <a:prstDash val="solid"/>
              <a:miter/>
            </a:ln>
          </p:spPr>
          <p:txBody>
            <a:bodyPr rtlCol="0" anchor="ctr"/>
            <a:lstStyle/>
            <a:p>
              <a:endParaRPr lang="de-DE"/>
            </a:p>
          </p:txBody>
        </p:sp>
        <p:sp>
          <p:nvSpPr>
            <p:cNvPr id="53" name="Freihandform: Form 52">
              <a:extLst>
                <a:ext uri="{FF2B5EF4-FFF2-40B4-BE49-F238E27FC236}">
                  <a16:creationId xmlns:a16="http://schemas.microsoft.com/office/drawing/2014/main" id="{B2E32C98-9411-4C4A-95EB-E98F2E746DAB}"/>
                </a:ext>
              </a:extLst>
            </p:cNvPr>
            <p:cNvSpPr/>
            <p:nvPr/>
          </p:nvSpPr>
          <p:spPr>
            <a:xfrm>
              <a:off x="7254846" y="5870208"/>
              <a:ext cx="42504" cy="54346"/>
            </a:xfrm>
            <a:custGeom>
              <a:avLst/>
              <a:gdLst>
                <a:gd name="connsiteX0" fmla="*/ 35525 w 42504"/>
                <a:gd name="connsiteY0" fmla="*/ 23512 h 54346"/>
                <a:gd name="connsiteX1" fmla="*/ 22311 w 42504"/>
                <a:gd name="connsiteY1" fmla="*/ 5492 h 54346"/>
                <a:gd name="connsiteX2" fmla="*/ 7036 w 42504"/>
                <a:gd name="connsiteY2" fmla="*/ 23512 h 54346"/>
                <a:gd name="connsiteX3" fmla="*/ 35525 w 42504"/>
                <a:gd name="connsiteY3" fmla="*/ 23512 h 54346"/>
                <a:gd name="connsiteX4" fmla="*/ 38672 w 42504"/>
                <a:gd name="connsiteY4" fmla="*/ 51487 h 54346"/>
                <a:gd name="connsiteX5" fmla="*/ 23627 w 42504"/>
                <a:gd name="connsiteY5" fmla="*/ 54347 h 54346"/>
                <a:gd name="connsiteX6" fmla="*/ 0 w 42504"/>
                <a:gd name="connsiteY6" fmla="*/ 27173 h 54346"/>
                <a:gd name="connsiteX7" fmla="*/ 21853 w 42504"/>
                <a:gd name="connsiteY7" fmla="*/ 0 h 54346"/>
                <a:gd name="connsiteX8" fmla="*/ 42505 w 42504"/>
                <a:gd name="connsiteY8" fmla="*/ 25743 h 54346"/>
                <a:gd name="connsiteX9" fmla="*/ 42505 w 42504"/>
                <a:gd name="connsiteY9" fmla="*/ 29004 h 54346"/>
                <a:gd name="connsiteX10" fmla="*/ 6979 w 42504"/>
                <a:gd name="connsiteY10" fmla="*/ 29004 h 54346"/>
                <a:gd name="connsiteX11" fmla="*/ 24084 w 42504"/>
                <a:gd name="connsiteY11" fmla="*/ 48855 h 54346"/>
                <a:gd name="connsiteX12" fmla="*/ 38615 w 42504"/>
                <a:gd name="connsiteY12" fmla="*/ 44965 h 54346"/>
                <a:gd name="connsiteX13" fmla="*/ 38615 w 42504"/>
                <a:gd name="connsiteY13" fmla="*/ 51487 h 54346"/>
                <a:gd name="connsiteX14" fmla="*/ 38615 w 42504"/>
                <a:gd name="connsiteY14" fmla="*/ 51487 h 5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504" h="54346">
                  <a:moveTo>
                    <a:pt x="35525" y="23512"/>
                  </a:moveTo>
                  <a:cubicBezTo>
                    <a:pt x="35525" y="14473"/>
                    <a:pt x="31864" y="5492"/>
                    <a:pt x="22311" y="5492"/>
                  </a:cubicBezTo>
                  <a:cubicBezTo>
                    <a:pt x="12757" y="5492"/>
                    <a:pt x="7036" y="14931"/>
                    <a:pt x="7036" y="23512"/>
                  </a:cubicBezTo>
                  <a:lnTo>
                    <a:pt x="35525" y="23512"/>
                  </a:lnTo>
                  <a:close/>
                  <a:moveTo>
                    <a:pt x="38672" y="51487"/>
                  </a:moveTo>
                  <a:cubicBezTo>
                    <a:pt x="34210" y="53317"/>
                    <a:pt x="28375" y="54347"/>
                    <a:pt x="23627" y="54347"/>
                  </a:cubicBezTo>
                  <a:cubicBezTo>
                    <a:pt x="6407" y="54347"/>
                    <a:pt x="0" y="42734"/>
                    <a:pt x="0" y="27173"/>
                  </a:cubicBezTo>
                  <a:cubicBezTo>
                    <a:pt x="0" y="11613"/>
                    <a:pt x="8753" y="0"/>
                    <a:pt x="21853" y="0"/>
                  </a:cubicBezTo>
                  <a:cubicBezTo>
                    <a:pt x="36498" y="0"/>
                    <a:pt x="42505" y="11785"/>
                    <a:pt x="42505" y="25743"/>
                  </a:cubicBezTo>
                  <a:lnTo>
                    <a:pt x="42505" y="29004"/>
                  </a:lnTo>
                  <a:lnTo>
                    <a:pt x="6979" y="29004"/>
                  </a:lnTo>
                  <a:cubicBezTo>
                    <a:pt x="6979" y="39988"/>
                    <a:pt x="12872" y="48855"/>
                    <a:pt x="24084" y="48855"/>
                  </a:cubicBezTo>
                  <a:cubicBezTo>
                    <a:pt x="28775" y="48855"/>
                    <a:pt x="35583" y="46910"/>
                    <a:pt x="38615" y="44965"/>
                  </a:cubicBezTo>
                  <a:lnTo>
                    <a:pt x="38615" y="51487"/>
                  </a:lnTo>
                  <a:lnTo>
                    <a:pt x="38615" y="51487"/>
                  </a:lnTo>
                  <a:close/>
                </a:path>
              </a:pathLst>
            </a:custGeom>
            <a:solidFill>
              <a:srgbClr val="003369"/>
            </a:solidFill>
            <a:ln w="5715" cap="flat">
              <a:noFill/>
              <a:prstDash val="solid"/>
              <a:miter/>
            </a:ln>
          </p:spPr>
          <p:txBody>
            <a:bodyPr rtlCol="0" anchor="ctr"/>
            <a:lstStyle/>
            <a:p>
              <a:endParaRPr lang="de-DE"/>
            </a:p>
          </p:txBody>
        </p:sp>
        <p:sp>
          <p:nvSpPr>
            <p:cNvPr id="54" name="Freihandform: Form 53">
              <a:extLst>
                <a:ext uri="{FF2B5EF4-FFF2-40B4-BE49-F238E27FC236}">
                  <a16:creationId xmlns:a16="http://schemas.microsoft.com/office/drawing/2014/main" id="{2E1A4BBA-3867-454F-90E0-144F3B3DAB9B}"/>
                </a:ext>
              </a:extLst>
            </p:cNvPr>
            <p:cNvSpPr/>
            <p:nvPr/>
          </p:nvSpPr>
          <p:spPr>
            <a:xfrm>
              <a:off x="7303586" y="5870208"/>
              <a:ext cx="32665" cy="54346"/>
            </a:xfrm>
            <a:custGeom>
              <a:avLst/>
              <a:gdLst>
                <a:gd name="connsiteX0" fmla="*/ 687 w 32665"/>
                <a:gd name="connsiteY0" fmla="*/ 45594 h 54346"/>
                <a:gd name="connsiteX1" fmla="*/ 14245 w 32665"/>
                <a:gd name="connsiteY1" fmla="*/ 48855 h 54346"/>
                <a:gd name="connsiteX2" fmla="*/ 25743 w 32665"/>
                <a:gd name="connsiteY2" fmla="*/ 39587 h 54346"/>
                <a:gd name="connsiteX3" fmla="*/ 801 w 32665"/>
                <a:gd name="connsiteY3" fmla="*/ 14130 h 54346"/>
                <a:gd name="connsiteX4" fmla="*/ 17677 w 32665"/>
                <a:gd name="connsiteY4" fmla="*/ 0 h 54346"/>
                <a:gd name="connsiteX5" fmla="*/ 30492 w 32665"/>
                <a:gd name="connsiteY5" fmla="*/ 2345 h 54346"/>
                <a:gd name="connsiteX6" fmla="*/ 29862 w 32665"/>
                <a:gd name="connsiteY6" fmla="*/ 7952 h 54346"/>
                <a:gd name="connsiteX7" fmla="*/ 18364 w 32665"/>
                <a:gd name="connsiteY7" fmla="*/ 5492 h 54346"/>
                <a:gd name="connsiteX8" fmla="*/ 7151 w 32665"/>
                <a:gd name="connsiteY8" fmla="*/ 14130 h 54346"/>
                <a:gd name="connsiteX9" fmla="*/ 32665 w 32665"/>
                <a:gd name="connsiteY9" fmla="*/ 39587 h 54346"/>
                <a:gd name="connsiteX10" fmla="*/ 14531 w 32665"/>
                <a:gd name="connsiteY10" fmla="*/ 54347 h 54346"/>
                <a:gd name="connsiteX11" fmla="*/ 0 w 32665"/>
                <a:gd name="connsiteY11" fmla="*/ 51887 h 54346"/>
                <a:gd name="connsiteX12" fmla="*/ 630 w 32665"/>
                <a:gd name="connsiteY12" fmla="*/ 45594 h 54346"/>
                <a:gd name="connsiteX13" fmla="*/ 630 w 32665"/>
                <a:gd name="connsiteY13" fmla="*/ 45594 h 5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65" h="54346">
                  <a:moveTo>
                    <a:pt x="687" y="45594"/>
                  </a:moveTo>
                  <a:cubicBezTo>
                    <a:pt x="4577" y="47539"/>
                    <a:pt x="9211" y="48855"/>
                    <a:pt x="14245" y="48855"/>
                  </a:cubicBezTo>
                  <a:cubicBezTo>
                    <a:pt x="20366" y="48855"/>
                    <a:pt x="25743" y="45480"/>
                    <a:pt x="25743" y="39587"/>
                  </a:cubicBezTo>
                  <a:cubicBezTo>
                    <a:pt x="25743" y="27288"/>
                    <a:pt x="801" y="29233"/>
                    <a:pt x="801" y="14130"/>
                  </a:cubicBezTo>
                  <a:cubicBezTo>
                    <a:pt x="801" y="3833"/>
                    <a:pt x="9153" y="0"/>
                    <a:pt x="17677" y="0"/>
                  </a:cubicBezTo>
                  <a:cubicBezTo>
                    <a:pt x="20423" y="0"/>
                    <a:pt x="25915" y="629"/>
                    <a:pt x="30492" y="2345"/>
                  </a:cubicBezTo>
                  <a:lnTo>
                    <a:pt x="29862" y="7952"/>
                  </a:lnTo>
                  <a:cubicBezTo>
                    <a:pt x="26487" y="6407"/>
                    <a:pt x="21910" y="5492"/>
                    <a:pt x="18364" y="5492"/>
                  </a:cubicBezTo>
                  <a:cubicBezTo>
                    <a:pt x="11728" y="5492"/>
                    <a:pt x="7151" y="7551"/>
                    <a:pt x="7151" y="14130"/>
                  </a:cubicBezTo>
                  <a:cubicBezTo>
                    <a:pt x="7151" y="23798"/>
                    <a:pt x="32665" y="22597"/>
                    <a:pt x="32665" y="39587"/>
                  </a:cubicBezTo>
                  <a:cubicBezTo>
                    <a:pt x="32665" y="50571"/>
                    <a:pt x="22368" y="54347"/>
                    <a:pt x="14531" y="54347"/>
                  </a:cubicBezTo>
                  <a:cubicBezTo>
                    <a:pt x="9554" y="54347"/>
                    <a:pt x="4577" y="53718"/>
                    <a:pt x="0" y="51887"/>
                  </a:cubicBezTo>
                  <a:lnTo>
                    <a:pt x="630" y="45594"/>
                  </a:lnTo>
                  <a:lnTo>
                    <a:pt x="630" y="45594"/>
                  </a:lnTo>
                  <a:close/>
                </a:path>
              </a:pathLst>
            </a:custGeom>
            <a:solidFill>
              <a:srgbClr val="003369"/>
            </a:solidFill>
            <a:ln w="5715" cap="flat">
              <a:noFill/>
              <a:prstDash val="solid"/>
              <a:miter/>
            </a:ln>
          </p:spPr>
          <p:txBody>
            <a:bodyPr rtlCol="0" anchor="ctr"/>
            <a:lstStyle/>
            <a:p>
              <a:endParaRPr lang="de-DE"/>
            </a:p>
          </p:txBody>
        </p:sp>
        <p:sp>
          <p:nvSpPr>
            <p:cNvPr id="55" name="Freihandform: Form 54">
              <a:extLst>
                <a:ext uri="{FF2B5EF4-FFF2-40B4-BE49-F238E27FC236}">
                  <a16:creationId xmlns:a16="http://schemas.microsoft.com/office/drawing/2014/main" id="{5B709EA4-AD4C-4378-86FA-BFDED357D365}"/>
                </a:ext>
              </a:extLst>
            </p:cNvPr>
            <p:cNvSpPr/>
            <p:nvPr/>
          </p:nvSpPr>
          <p:spPr>
            <a:xfrm>
              <a:off x="7345577" y="5849041"/>
              <a:ext cx="6407" cy="74255"/>
            </a:xfrm>
            <a:custGeom>
              <a:avLst/>
              <a:gdLst>
                <a:gd name="connsiteX0" fmla="*/ 0 w 6407"/>
                <a:gd name="connsiteY0" fmla="*/ 22368 h 74255"/>
                <a:gd name="connsiteX1" fmla="*/ 6407 w 6407"/>
                <a:gd name="connsiteY1" fmla="*/ 22368 h 74255"/>
                <a:gd name="connsiteX2" fmla="*/ 6407 w 6407"/>
                <a:gd name="connsiteY2" fmla="*/ 74255 h 74255"/>
                <a:gd name="connsiteX3" fmla="*/ 0 w 6407"/>
                <a:gd name="connsiteY3" fmla="*/ 74255 h 74255"/>
                <a:gd name="connsiteX4" fmla="*/ 0 w 6407"/>
                <a:gd name="connsiteY4" fmla="*/ 22368 h 74255"/>
                <a:gd name="connsiteX5" fmla="*/ 0 w 6407"/>
                <a:gd name="connsiteY5" fmla="*/ 22368 h 74255"/>
                <a:gd name="connsiteX6" fmla="*/ 6407 w 6407"/>
                <a:gd name="connsiteY6" fmla="*/ 8524 h 74255"/>
                <a:gd name="connsiteX7" fmla="*/ 0 w 6407"/>
                <a:gd name="connsiteY7" fmla="*/ 8524 h 74255"/>
                <a:gd name="connsiteX8" fmla="*/ 0 w 6407"/>
                <a:gd name="connsiteY8" fmla="*/ 0 h 74255"/>
                <a:gd name="connsiteX9" fmla="*/ 6407 w 6407"/>
                <a:gd name="connsiteY9" fmla="*/ 0 h 74255"/>
                <a:gd name="connsiteX10" fmla="*/ 6407 w 6407"/>
                <a:gd name="connsiteY10" fmla="*/ 8524 h 74255"/>
                <a:gd name="connsiteX11" fmla="*/ 6407 w 6407"/>
                <a:gd name="connsiteY11" fmla="*/ 8524 h 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7" h="74255">
                  <a:moveTo>
                    <a:pt x="0" y="22368"/>
                  </a:moveTo>
                  <a:lnTo>
                    <a:pt x="6407" y="22368"/>
                  </a:lnTo>
                  <a:lnTo>
                    <a:pt x="6407" y="74255"/>
                  </a:lnTo>
                  <a:lnTo>
                    <a:pt x="0" y="74255"/>
                  </a:lnTo>
                  <a:lnTo>
                    <a:pt x="0" y="22368"/>
                  </a:lnTo>
                  <a:lnTo>
                    <a:pt x="0" y="22368"/>
                  </a:lnTo>
                  <a:close/>
                  <a:moveTo>
                    <a:pt x="6407" y="8524"/>
                  </a:moveTo>
                  <a:lnTo>
                    <a:pt x="0" y="8524"/>
                  </a:lnTo>
                  <a:lnTo>
                    <a:pt x="0" y="0"/>
                  </a:lnTo>
                  <a:lnTo>
                    <a:pt x="6407" y="0"/>
                  </a:lnTo>
                  <a:lnTo>
                    <a:pt x="6407" y="8524"/>
                  </a:lnTo>
                  <a:lnTo>
                    <a:pt x="6407" y="8524"/>
                  </a:lnTo>
                  <a:close/>
                </a:path>
              </a:pathLst>
            </a:custGeom>
            <a:solidFill>
              <a:srgbClr val="003369"/>
            </a:solidFill>
            <a:ln w="5715" cap="flat">
              <a:noFill/>
              <a:prstDash val="solid"/>
              <a:miter/>
            </a:ln>
          </p:spPr>
          <p:txBody>
            <a:bodyPr rtlCol="0" anchor="ctr"/>
            <a:lstStyle/>
            <a:p>
              <a:endParaRPr lang="de-DE"/>
            </a:p>
          </p:txBody>
        </p:sp>
        <p:sp>
          <p:nvSpPr>
            <p:cNvPr id="56" name="Freihandform: Form 55">
              <a:extLst>
                <a:ext uri="{FF2B5EF4-FFF2-40B4-BE49-F238E27FC236}">
                  <a16:creationId xmlns:a16="http://schemas.microsoft.com/office/drawing/2014/main" id="{A7C39225-CD16-4F65-AC5D-D6BA965B0658}"/>
                </a:ext>
              </a:extLst>
            </p:cNvPr>
            <p:cNvSpPr/>
            <p:nvPr/>
          </p:nvSpPr>
          <p:spPr>
            <a:xfrm>
              <a:off x="7365199" y="5870265"/>
              <a:ext cx="40903" cy="53202"/>
            </a:xfrm>
            <a:custGeom>
              <a:avLst/>
              <a:gdLst>
                <a:gd name="connsiteX0" fmla="*/ 400 w 40903"/>
                <a:gd name="connsiteY0" fmla="*/ 13387 h 53202"/>
                <a:gd name="connsiteX1" fmla="*/ 0 w 40903"/>
                <a:gd name="connsiteY1" fmla="*/ 1201 h 53202"/>
                <a:gd name="connsiteX2" fmla="*/ 6236 w 40903"/>
                <a:gd name="connsiteY2" fmla="*/ 1201 h 53202"/>
                <a:gd name="connsiteX3" fmla="*/ 6236 w 40903"/>
                <a:gd name="connsiteY3" fmla="*/ 10469 h 53202"/>
                <a:gd name="connsiteX4" fmla="*/ 6464 w 40903"/>
                <a:gd name="connsiteY4" fmla="*/ 10469 h 53202"/>
                <a:gd name="connsiteX5" fmla="*/ 23226 w 40903"/>
                <a:gd name="connsiteY5" fmla="*/ 0 h 53202"/>
                <a:gd name="connsiteX6" fmla="*/ 40903 w 40903"/>
                <a:gd name="connsiteY6" fmla="*/ 19965 h 53202"/>
                <a:gd name="connsiteX7" fmla="*/ 40903 w 40903"/>
                <a:gd name="connsiteY7" fmla="*/ 53146 h 53202"/>
                <a:gd name="connsiteX8" fmla="*/ 34496 w 40903"/>
                <a:gd name="connsiteY8" fmla="*/ 53146 h 53202"/>
                <a:gd name="connsiteX9" fmla="*/ 34496 w 40903"/>
                <a:gd name="connsiteY9" fmla="*/ 21624 h 53202"/>
                <a:gd name="connsiteX10" fmla="*/ 22196 w 40903"/>
                <a:gd name="connsiteY10" fmla="*/ 5549 h 53202"/>
                <a:gd name="connsiteX11" fmla="*/ 6808 w 40903"/>
                <a:gd name="connsiteY11" fmla="*/ 24485 h 53202"/>
                <a:gd name="connsiteX12" fmla="*/ 6808 w 40903"/>
                <a:gd name="connsiteY12" fmla="*/ 53203 h 53202"/>
                <a:gd name="connsiteX13" fmla="*/ 400 w 40903"/>
                <a:gd name="connsiteY13" fmla="*/ 53203 h 53202"/>
                <a:gd name="connsiteX14" fmla="*/ 400 w 40903"/>
                <a:gd name="connsiteY14" fmla="*/ 13501 h 53202"/>
                <a:gd name="connsiteX15" fmla="*/ 400 w 40903"/>
                <a:gd name="connsiteY15" fmla="*/ 13501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903" h="53202">
                  <a:moveTo>
                    <a:pt x="400" y="13387"/>
                  </a:moveTo>
                  <a:cubicBezTo>
                    <a:pt x="400" y="9439"/>
                    <a:pt x="400" y="5320"/>
                    <a:pt x="0" y="1201"/>
                  </a:cubicBezTo>
                  <a:lnTo>
                    <a:pt x="6236" y="1201"/>
                  </a:lnTo>
                  <a:lnTo>
                    <a:pt x="6236" y="10469"/>
                  </a:lnTo>
                  <a:lnTo>
                    <a:pt x="6464" y="10469"/>
                  </a:lnTo>
                  <a:cubicBezTo>
                    <a:pt x="8581" y="5778"/>
                    <a:pt x="12471" y="0"/>
                    <a:pt x="23226" y="0"/>
                  </a:cubicBezTo>
                  <a:cubicBezTo>
                    <a:pt x="36040" y="0"/>
                    <a:pt x="40903" y="8524"/>
                    <a:pt x="40903" y="19965"/>
                  </a:cubicBezTo>
                  <a:lnTo>
                    <a:pt x="40903" y="53146"/>
                  </a:lnTo>
                  <a:lnTo>
                    <a:pt x="34496" y="53146"/>
                  </a:lnTo>
                  <a:lnTo>
                    <a:pt x="34496" y="21624"/>
                  </a:lnTo>
                  <a:cubicBezTo>
                    <a:pt x="34496" y="11842"/>
                    <a:pt x="31063" y="5549"/>
                    <a:pt x="22196" y="5549"/>
                  </a:cubicBezTo>
                  <a:cubicBezTo>
                    <a:pt x="10469" y="5549"/>
                    <a:pt x="6808" y="15846"/>
                    <a:pt x="6808" y="24485"/>
                  </a:cubicBezTo>
                  <a:lnTo>
                    <a:pt x="6808" y="53203"/>
                  </a:lnTo>
                  <a:lnTo>
                    <a:pt x="400" y="53203"/>
                  </a:lnTo>
                  <a:lnTo>
                    <a:pt x="400" y="13501"/>
                  </a:lnTo>
                  <a:lnTo>
                    <a:pt x="400" y="13501"/>
                  </a:lnTo>
                  <a:close/>
                </a:path>
              </a:pathLst>
            </a:custGeom>
            <a:solidFill>
              <a:srgbClr val="003369"/>
            </a:solidFill>
            <a:ln w="5715" cap="flat">
              <a:noFill/>
              <a:prstDash val="solid"/>
              <a:miter/>
            </a:ln>
          </p:spPr>
          <p:txBody>
            <a:bodyPr rtlCol="0" anchor="ctr"/>
            <a:lstStyle/>
            <a:p>
              <a:endParaRPr lang="de-DE"/>
            </a:p>
          </p:txBody>
        </p:sp>
        <p:sp>
          <p:nvSpPr>
            <p:cNvPr id="57" name="Freihandform: Form 56">
              <a:extLst>
                <a:ext uri="{FF2B5EF4-FFF2-40B4-BE49-F238E27FC236}">
                  <a16:creationId xmlns:a16="http://schemas.microsoft.com/office/drawing/2014/main" id="{9BD36377-752F-4F58-A189-9D2D74655A09}"/>
                </a:ext>
              </a:extLst>
            </p:cNvPr>
            <p:cNvSpPr/>
            <p:nvPr/>
          </p:nvSpPr>
          <p:spPr>
            <a:xfrm>
              <a:off x="7414912" y="5870208"/>
              <a:ext cx="32665" cy="54346"/>
            </a:xfrm>
            <a:custGeom>
              <a:avLst/>
              <a:gdLst>
                <a:gd name="connsiteX0" fmla="*/ 686 w 32665"/>
                <a:gd name="connsiteY0" fmla="*/ 45594 h 54346"/>
                <a:gd name="connsiteX1" fmla="*/ 14245 w 32665"/>
                <a:gd name="connsiteY1" fmla="*/ 48855 h 54346"/>
                <a:gd name="connsiteX2" fmla="*/ 25743 w 32665"/>
                <a:gd name="connsiteY2" fmla="*/ 39587 h 54346"/>
                <a:gd name="connsiteX3" fmla="*/ 801 w 32665"/>
                <a:gd name="connsiteY3" fmla="*/ 14130 h 54346"/>
                <a:gd name="connsiteX4" fmla="*/ 17677 w 32665"/>
                <a:gd name="connsiteY4" fmla="*/ 0 h 54346"/>
                <a:gd name="connsiteX5" fmla="*/ 30492 w 32665"/>
                <a:gd name="connsiteY5" fmla="*/ 2345 h 54346"/>
                <a:gd name="connsiteX6" fmla="*/ 29862 w 32665"/>
                <a:gd name="connsiteY6" fmla="*/ 7952 h 54346"/>
                <a:gd name="connsiteX7" fmla="*/ 18364 w 32665"/>
                <a:gd name="connsiteY7" fmla="*/ 5492 h 54346"/>
                <a:gd name="connsiteX8" fmla="*/ 7151 w 32665"/>
                <a:gd name="connsiteY8" fmla="*/ 14130 h 54346"/>
                <a:gd name="connsiteX9" fmla="*/ 32665 w 32665"/>
                <a:gd name="connsiteY9" fmla="*/ 39587 h 54346"/>
                <a:gd name="connsiteX10" fmla="*/ 14531 w 32665"/>
                <a:gd name="connsiteY10" fmla="*/ 54347 h 54346"/>
                <a:gd name="connsiteX11" fmla="*/ 0 w 32665"/>
                <a:gd name="connsiteY11" fmla="*/ 51887 h 54346"/>
                <a:gd name="connsiteX12" fmla="*/ 629 w 32665"/>
                <a:gd name="connsiteY12" fmla="*/ 45594 h 54346"/>
                <a:gd name="connsiteX13" fmla="*/ 629 w 32665"/>
                <a:gd name="connsiteY13" fmla="*/ 45594 h 5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65" h="54346">
                  <a:moveTo>
                    <a:pt x="686" y="45594"/>
                  </a:moveTo>
                  <a:cubicBezTo>
                    <a:pt x="4577" y="47539"/>
                    <a:pt x="9210" y="48855"/>
                    <a:pt x="14245" y="48855"/>
                  </a:cubicBezTo>
                  <a:cubicBezTo>
                    <a:pt x="20366" y="48855"/>
                    <a:pt x="25743" y="45480"/>
                    <a:pt x="25743" y="39587"/>
                  </a:cubicBezTo>
                  <a:cubicBezTo>
                    <a:pt x="25743" y="27288"/>
                    <a:pt x="801" y="29233"/>
                    <a:pt x="801" y="14130"/>
                  </a:cubicBezTo>
                  <a:cubicBezTo>
                    <a:pt x="801" y="3833"/>
                    <a:pt x="9153" y="0"/>
                    <a:pt x="17677" y="0"/>
                  </a:cubicBezTo>
                  <a:cubicBezTo>
                    <a:pt x="20423" y="0"/>
                    <a:pt x="25915" y="629"/>
                    <a:pt x="30492" y="2345"/>
                  </a:cubicBezTo>
                  <a:lnTo>
                    <a:pt x="29862" y="7952"/>
                  </a:lnTo>
                  <a:cubicBezTo>
                    <a:pt x="26487" y="6407"/>
                    <a:pt x="21910" y="5492"/>
                    <a:pt x="18364" y="5492"/>
                  </a:cubicBezTo>
                  <a:cubicBezTo>
                    <a:pt x="11727" y="5492"/>
                    <a:pt x="7151" y="7551"/>
                    <a:pt x="7151" y="14130"/>
                  </a:cubicBezTo>
                  <a:cubicBezTo>
                    <a:pt x="7151" y="23798"/>
                    <a:pt x="32665" y="22597"/>
                    <a:pt x="32665" y="39587"/>
                  </a:cubicBezTo>
                  <a:cubicBezTo>
                    <a:pt x="32665" y="50571"/>
                    <a:pt x="22368" y="54347"/>
                    <a:pt x="14531" y="54347"/>
                  </a:cubicBezTo>
                  <a:cubicBezTo>
                    <a:pt x="9554" y="54347"/>
                    <a:pt x="4577" y="53718"/>
                    <a:pt x="0" y="51887"/>
                  </a:cubicBezTo>
                  <a:lnTo>
                    <a:pt x="629" y="45594"/>
                  </a:lnTo>
                  <a:lnTo>
                    <a:pt x="629" y="45594"/>
                  </a:lnTo>
                  <a:close/>
                </a:path>
              </a:pathLst>
            </a:custGeom>
            <a:solidFill>
              <a:srgbClr val="003369"/>
            </a:solidFill>
            <a:ln w="5715" cap="flat">
              <a:noFill/>
              <a:prstDash val="solid"/>
              <a:miter/>
            </a:ln>
          </p:spPr>
          <p:txBody>
            <a:bodyPr rtlCol="0" anchor="ctr"/>
            <a:lstStyle/>
            <a:p>
              <a:endParaRPr lang="de-DE"/>
            </a:p>
          </p:txBody>
        </p:sp>
        <p:sp>
          <p:nvSpPr>
            <p:cNvPr id="58" name="Freihandform: Form 57">
              <a:extLst>
                <a:ext uri="{FF2B5EF4-FFF2-40B4-BE49-F238E27FC236}">
                  <a16:creationId xmlns:a16="http://schemas.microsoft.com/office/drawing/2014/main" id="{8672023C-B53F-42E7-B9EB-774F8DDF1906}"/>
                </a:ext>
              </a:extLst>
            </p:cNvPr>
            <p:cNvSpPr/>
            <p:nvPr/>
          </p:nvSpPr>
          <p:spPr>
            <a:xfrm>
              <a:off x="7452554" y="5856650"/>
              <a:ext cx="29804" cy="67847"/>
            </a:xfrm>
            <a:custGeom>
              <a:avLst/>
              <a:gdLst>
                <a:gd name="connsiteX0" fmla="*/ 28375 w 29804"/>
                <a:gd name="connsiteY0" fmla="*/ 20251 h 67847"/>
                <a:gd name="connsiteX1" fmla="*/ 16590 w 29804"/>
                <a:gd name="connsiteY1" fmla="*/ 20251 h 67847"/>
                <a:gd name="connsiteX2" fmla="*/ 16590 w 29804"/>
                <a:gd name="connsiteY2" fmla="*/ 53832 h 67847"/>
                <a:gd name="connsiteX3" fmla="*/ 23512 w 29804"/>
                <a:gd name="connsiteY3" fmla="*/ 62356 h 67847"/>
                <a:gd name="connsiteX4" fmla="*/ 29405 w 29804"/>
                <a:gd name="connsiteY4" fmla="*/ 61155 h 67847"/>
                <a:gd name="connsiteX5" fmla="*/ 29805 w 29804"/>
                <a:gd name="connsiteY5" fmla="*/ 66418 h 67847"/>
                <a:gd name="connsiteX6" fmla="*/ 21967 w 29804"/>
                <a:gd name="connsiteY6" fmla="*/ 67848 h 67847"/>
                <a:gd name="connsiteX7" fmla="*/ 10183 w 29804"/>
                <a:gd name="connsiteY7" fmla="*/ 50571 h 67847"/>
                <a:gd name="connsiteX8" fmla="*/ 10183 w 29804"/>
                <a:gd name="connsiteY8" fmla="*/ 20251 h 67847"/>
                <a:gd name="connsiteX9" fmla="*/ 0 w 29804"/>
                <a:gd name="connsiteY9" fmla="*/ 20251 h 67847"/>
                <a:gd name="connsiteX10" fmla="*/ 0 w 29804"/>
                <a:gd name="connsiteY10" fmla="*/ 14759 h 67847"/>
                <a:gd name="connsiteX11" fmla="*/ 10183 w 29804"/>
                <a:gd name="connsiteY11" fmla="*/ 14759 h 67847"/>
                <a:gd name="connsiteX12" fmla="*/ 10183 w 29804"/>
                <a:gd name="connsiteY12" fmla="*/ 2231 h 67847"/>
                <a:gd name="connsiteX13" fmla="*/ 16590 w 29804"/>
                <a:gd name="connsiteY13" fmla="*/ 0 h 67847"/>
                <a:gd name="connsiteX14" fmla="*/ 16590 w 29804"/>
                <a:gd name="connsiteY14" fmla="*/ 14759 h 67847"/>
                <a:gd name="connsiteX15" fmla="*/ 28375 w 29804"/>
                <a:gd name="connsiteY15" fmla="*/ 14759 h 67847"/>
                <a:gd name="connsiteX16" fmla="*/ 28375 w 29804"/>
                <a:gd name="connsiteY16" fmla="*/ 20251 h 67847"/>
                <a:gd name="connsiteX17" fmla="*/ 28375 w 29804"/>
                <a:gd name="connsiteY17" fmla="*/ 20251 h 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04" h="67847">
                  <a:moveTo>
                    <a:pt x="28375" y="20251"/>
                  </a:moveTo>
                  <a:lnTo>
                    <a:pt x="16590" y="20251"/>
                  </a:lnTo>
                  <a:lnTo>
                    <a:pt x="16590" y="53832"/>
                  </a:lnTo>
                  <a:cubicBezTo>
                    <a:pt x="16590" y="58523"/>
                    <a:pt x="18306" y="62356"/>
                    <a:pt x="23512" y="62356"/>
                  </a:cubicBezTo>
                  <a:cubicBezTo>
                    <a:pt x="25972" y="62356"/>
                    <a:pt x="27574" y="61841"/>
                    <a:pt x="29405" y="61155"/>
                  </a:cubicBezTo>
                  <a:lnTo>
                    <a:pt x="29805" y="66418"/>
                  </a:lnTo>
                  <a:cubicBezTo>
                    <a:pt x="28260" y="67047"/>
                    <a:pt x="25114" y="67848"/>
                    <a:pt x="21967" y="67848"/>
                  </a:cubicBezTo>
                  <a:cubicBezTo>
                    <a:pt x="10583" y="67848"/>
                    <a:pt x="10183" y="60010"/>
                    <a:pt x="10183" y="50571"/>
                  </a:cubicBezTo>
                  <a:lnTo>
                    <a:pt x="10183" y="20251"/>
                  </a:lnTo>
                  <a:lnTo>
                    <a:pt x="0" y="20251"/>
                  </a:lnTo>
                  <a:lnTo>
                    <a:pt x="0" y="14759"/>
                  </a:lnTo>
                  <a:lnTo>
                    <a:pt x="10183" y="14759"/>
                  </a:lnTo>
                  <a:lnTo>
                    <a:pt x="10183" y="2231"/>
                  </a:lnTo>
                  <a:lnTo>
                    <a:pt x="16590" y="0"/>
                  </a:lnTo>
                  <a:lnTo>
                    <a:pt x="16590" y="14759"/>
                  </a:lnTo>
                  <a:lnTo>
                    <a:pt x="28375" y="14759"/>
                  </a:lnTo>
                  <a:lnTo>
                    <a:pt x="28375" y="20251"/>
                  </a:lnTo>
                  <a:lnTo>
                    <a:pt x="28375" y="20251"/>
                  </a:lnTo>
                  <a:close/>
                </a:path>
              </a:pathLst>
            </a:custGeom>
            <a:solidFill>
              <a:srgbClr val="003369"/>
            </a:solidFill>
            <a:ln w="5715" cap="flat">
              <a:noFill/>
              <a:prstDash val="solid"/>
              <a:miter/>
            </a:ln>
          </p:spPr>
          <p:txBody>
            <a:bodyPr rtlCol="0" anchor="ctr"/>
            <a:lstStyle/>
            <a:p>
              <a:endParaRPr lang="de-DE"/>
            </a:p>
          </p:txBody>
        </p:sp>
        <p:sp>
          <p:nvSpPr>
            <p:cNvPr id="59" name="Freihandform: Form 58">
              <a:extLst>
                <a:ext uri="{FF2B5EF4-FFF2-40B4-BE49-F238E27FC236}">
                  <a16:creationId xmlns:a16="http://schemas.microsoft.com/office/drawing/2014/main" id="{B28968FD-9712-4AED-A0AF-E56783092A83}"/>
                </a:ext>
              </a:extLst>
            </p:cNvPr>
            <p:cNvSpPr/>
            <p:nvPr/>
          </p:nvSpPr>
          <p:spPr>
            <a:xfrm>
              <a:off x="7490483" y="5849041"/>
              <a:ext cx="6407" cy="74255"/>
            </a:xfrm>
            <a:custGeom>
              <a:avLst/>
              <a:gdLst>
                <a:gd name="connsiteX0" fmla="*/ 0 w 6407"/>
                <a:gd name="connsiteY0" fmla="*/ 22368 h 74255"/>
                <a:gd name="connsiteX1" fmla="*/ 6407 w 6407"/>
                <a:gd name="connsiteY1" fmla="*/ 22368 h 74255"/>
                <a:gd name="connsiteX2" fmla="*/ 6407 w 6407"/>
                <a:gd name="connsiteY2" fmla="*/ 74255 h 74255"/>
                <a:gd name="connsiteX3" fmla="*/ 0 w 6407"/>
                <a:gd name="connsiteY3" fmla="*/ 74255 h 74255"/>
                <a:gd name="connsiteX4" fmla="*/ 0 w 6407"/>
                <a:gd name="connsiteY4" fmla="*/ 22368 h 74255"/>
                <a:gd name="connsiteX5" fmla="*/ 0 w 6407"/>
                <a:gd name="connsiteY5" fmla="*/ 22368 h 74255"/>
                <a:gd name="connsiteX6" fmla="*/ 6407 w 6407"/>
                <a:gd name="connsiteY6" fmla="*/ 8524 h 74255"/>
                <a:gd name="connsiteX7" fmla="*/ 0 w 6407"/>
                <a:gd name="connsiteY7" fmla="*/ 8524 h 74255"/>
                <a:gd name="connsiteX8" fmla="*/ 0 w 6407"/>
                <a:gd name="connsiteY8" fmla="*/ 0 h 74255"/>
                <a:gd name="connsiteX9" fmla="*/ 6407 w 6407"/>
                <a:gd name="connsiteY9" fmla="*/ 0 h 74255"/>
                <a:gd name="connsiteX10" fmla="*/ 6407 w 6407"/>
                <a:gd name="connsiteY10" fmla="*/ 8524 h 74255"/>
                <a:gd name="connsiteX11" fmla="*/ 6407 w 6407"/>
                <a:gd name="connsiteY11" fmla="*/ 8524 h 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7" h="74255">
                  <a:moveTo>
                    <a:pt x="0" y="22368"/>
                  </a:moveTo>
                  <a:lnTo>
                    <a:pt x="6407" y="22368"/>
                  </a:lnTo>
                  <a:lnTo>
                    <a:pt x="6407" y="74255"/>
                  </a:lnTo>
                  <a:lnTo>
                    <a:pt x="0" y="74255"/>
                  </a:lnTo>
                  <a:lnTo>
                    <a:pt x="0" y="22368"/>
                  </a:lnTo>
                  <a:lnTo>
                    <a:pt x="0" y="22368"/>
                  </a:lnTo>
                  <a:close/>
                  <a:moveTo>
                    <a:pt x="6407" y="8524"/>
                  </a:moveTo>
                  <a:lnTo>
                    <a:pt x="0" y="8524"/>
                  </a:lnTo>
                  <a:lnTo>
                    <a:pt x="0" y="0"/>
                  </a:lnTo>
                  <a:lnTo>
                    <a:pt x="6407" y="0"/>
                  </a:lnTo>
                  <a:lnTo>
                    <a:pt x="6407" y="8524"/>
                  </a:lnTo>
                  <a:lnTo>
                    <a:pt x="6407" y="8524"/>
                  </a:lnTo>
                  <a:close/>
                </a:path>
              </a:pathLst>
            </a:custGeom>
            <a:solidFill>
              <a:srgbClr val="003369"/>
            </a:solidFill>
            <a:ln w="5715" cap="flat">
              <a:noFill/>
              <a:prstDash val="solid"/>
              <a:miter/>
            </a:ln>
          </p:spPr>
          <p:txBody>
            <a:bodyPr rtlCol="0" anchor="ctr"/>
            <a:lstStyle/>
            <a:p>
              <a:endParaRPr lang="de-DE"/>
            </a:p>
          </p:txBody>
        </p:sp>
        <p:sp>
          <p:nvSpPr>
            <p:cNvPr id="60" name="Freihandform: Form 59">
              <a:extLst>
                <a:ext uri="{FF2B5EF4-FFF2-40B4-BE49-F238E27FC236}">
                  <a16:creationId xmlns:a16="http://schemas.microsoft.com/office/drawing/2014/main" id="{D02622A7-7EE6-4172-8B76-5E2FAB91D547}"/>
                </a:ext>
              </a:extLst>
            </p:cNvPr>
            <p:cNvSpPr/>
            <p:nvPr/>
          </p:nvSpPr>
          <p:spPr>
            <a:xfrm>
              <a:off x="7505070" y="5856650"/>
              <a:ext cx="29805" cy="67847"/>
            </a:xfrm>
            <a:custGeom>
              <a:avLst/>
              <a:gdLst>
                <a:gd name="connsiteX0" fmla="*/ 28375 w 29805"/>
                <a:gd name="connsiteY0" fmla="*/ 20251 h 67847"/>
                <a:gd name="connsiteX1" fmla="*/ 16590 w 29805"/>
                <a:gd name="connsiteY1" fmla="*/ 20251 h 67847"/>
                <a:gd name="connsiteX2" fmla="*/ 16590 w 29805"/>
                <a:gd name="connsiteY2" fmla="*/ 53832 h 67847"/>
                <a:gd name="connsiteX3" fmla="*/ 23512 w 29805"/>
                <a:gd name="connsiteY3" fmla="*/ 62356 h 67847"/>
                <a:gd name="connsiteX4" fmla="*/ 29405 w 29805"/>
                <a:gd name="connsiteY4" fmla="*/ 61155 h 67847"/>
                <a:gd name="connsiteX5" fmla="*/ 29805 w 29805"/>
                <a:gd name="connsiteY5" fmla="*/ 66418 h 67847"/>
                <a:gd name="connsiteX6" fmla="*/ 21968 w 29805"/>
                <a:gd name="connsiteY6" fmla="*/ 67848 h 67847"/>
                <a:gd name="connsiteX7" fmla="*/ 10183 w 29805"/>
                <a:gd name="connsiteY7" fmla="*/ 50571 h 67847"/>
                <a:gd name="connsiteX8" fmla="*/ 10183 w 29805"/>
                <a:gd name="connsiteY8" fmla="*/ 20251 h 67847"/>
                <a:gd name="connsiteX9" fmla="*/ 0 w 29805"/>
                <a:gd name="connsiteY9" fmla="*/ 20251 h 67847"/>
                <a:gd name="connsiteX10" fmla="*/ 0 w 29805"/>
                <a:gd name="connsiteY10" fmla="*/ 14759 h 67847"/>
                <a:gd name="connsiteX11" fmla="*/ 10183 w 29805"/>
                <a:gd name="connsiteY11" fmla="*/ 14759 h 67847"/>
                <a:gd name="connsiteX12" fmla="*/ 10183 w 29805"/>
                <a:gd name="connsiteY12" fmla="*/ 2231 h 67847"/>
                <a:gd name="connsiteX13" fmla="*/ 16590 w 29805"/>
                <a:gd name="connsiteY13" fmla="*/ 0 h 67847"/>
                <a:gd name="connsiteX14" fmla="*/ 16590 w 29805"/>
                <a:gd name="connsiteY14" fmla="*/ 14759 h 67847"/>
                <a:gd name="connsiteX15" fmla="*/ 28375 w 29805"/>
                <a:gd name="connsiteY15" fmla="*/ 14759 h 67847"/>
                <a:gd name="connsiteX16" fmla="*/ 28375 w 29805"/>
                <a:gd name="connsiteY16" fmla="*/ 20251 h 67847"/>
                <a:gd name="connsiteX17" fmla="*/ 28375 w 29805"/>
                <a:gd name="connsiteY17" fmla="*/ 20251 h 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05" h="67847">
                  <a:moveTo>
                    <a:pt x="28375" y="20251"/>
                  </a:moveTo>
                  <a:lnTo>
                    <a:pt x="16590" y="20251"/>
                  </a:lnTo>
                  <a:lnTo>
                    <a:pt x="16590" y="53832"/>
                  </a:lnTo>
                  <a:cubicBezTo>
                    <a:pt x="16590" y="58523"/>
                    <a:pt x="18306" y="62356"/>
                    <a:pt x="23512" y="62356"/>
                  </a:cubicBezTo>
                  <a:cubicBezTo>
                    <a:pt x="25972" y="62356"/>
                    <a:pt x="27574" y="61841"/>
                    <a:pt x="29405" y="61155"/>
                  </a:cubicBezTo>
                  <a:lnTo>
                    <a:pt x="29805" y="66418"/>
                  </a:lnTo>
                  <a:cubicBezTo>
                    <a:pt x="28260" y="67047"/>
                    <a:pt x="25114" y="67848"/>
                    <a:pt x="21968" y="67848"/>
                  </a:cubicBezTo>
                  <a:cubicBezTo>
                    <a:pt x="10583" y="67848"/>
                    <a:pt x="10183" y="60010"/>
                    <a:pt x="10183" y="50571"/>
                  </a:cubicBezTo>
                  <a:lnTo>
                    <a:pt x="10183" y="20251"/>
                  </a:lnTo>
                  <a:lnTo>
                    <a:pt x="0" y="20251"/>
                  </a:lnTo>
                  <a:lnTo>
                    <a:pt x="0" y="14759"/>
                  </a:lnTo>
                  <a:lnTo>
                    <a:pt x="10183" y="14759"/>
                  </a:lnTo>
                  <a:lnTo>
                    <a:pt x="10183" y="2231"/>
                  </a:lnTo>
                  <a:lnTo>
                    <a:pt x="16590" y="0"/>
                  </a:lnTo>
                  <a:lnTo>
                    <a:pt x="16590" y="14759"/>
                  </a:lnTo>
                  <a:lnTo>
                    <a:pt x="28375" y="14759"/>
                  </a:lnTo>
                  <a:lnTo>
                    <a:pt x="28375" y="20251"/>
                  </a:lnTo>
                  <a:lnTo>
                    <a:pt x="28375" y="20251"/>
                  </a:lnTo>
                  <a:close/>
                </a:path>
              </a:pathLst>
            </a:custGeom>
            <a:solidFill>
              <a:srgbClr val="003369"/>
            </a:solidFill>
            <a:ln w="5715" cap="flat">
              <a:noFill/>
              <a:prstDash val="solid"/>
              <a:miter/>
            </a:ln>
          </p:spPr>
          <p:txBody>
            <a:bodyPr rtlCol="0" anchor="ctr"/>
            <a:lstStyle/>
            <a:p>
              <a:endParaRPr lang="de-DE"/>
            </a:p>
          </p:txBody>
        </p:sp>
        <p:sp>
          <p:nvSpPr>
            <p:cNvPr id="61" name="Freihandform: Form 60">
              <a:extLst>
                <a:ext uri="{FF2B5EF4-FFF2-40B4-BE49-F238E27FC236}">
                  <a16:creationId xmlns:a16="http://schemas.microsoft.com/office/drawing/2014/main" id="{73CCA803-7ED4-463D-80B6-086DA8843E71}"/>
                </a:ext>
              </a:extLst>
            </p:cNvPr>
            <p:cNvSpPr/>
            <p:nvPr/>
          </p:nvSpPr>
          <p:spPr>
            <a:xfrm>
              <a:off x="7542255" y="5871295"/>
              <a:ext cx="40903" cy="53202"/>
            </a:xfrm>
            <a:custGeom>
              <a:avLst/>
              <a:gdLst>
                <a:gd name="connsiteX0" fmla="*/ 40503 w 40903"/>
                <a:gd name="connsiteY0" fmla="*/ 39816 h 53202"/>
                <a:gd name="connsiteX1" fmla="*/ 40903 w 40903"/>
                <a:gd name="connsiteY1" fmla="*/ 52001 h 53202"/>
                <a:gd name="connsiteX2" fmla="*/ 34668 w 40903"/>
                <a:gd name="connsiteY2" fmla="*/ 52001 h 53202"/>
                <a:gd name="connsiteX3" fmla="*/ 34668 w 40903"/>
                <a:gd name="connsiteY3" fmla="*/ 42734 h 53202"/>
                <a:gd name="connsiteX4" fmla="*/ 34439 w 40903"/>
                <a:gd name="connsiteY4" fmla="*/ 42734 h 53202"/>
                <a:gd name="connsiteX5" fmla="*/ 17677 w 40903"/>
                <a:gd name="connsiteY5" fmla="*/ 53203 h 53202"/>
                <a:gd name="connsiteX6" fmla="*/ 0 w 40903"/>
                <a:gd name="connsiteY6" fmla="*/ 33237 h 53202"/>
                <a:gd name="connsiteX7" fmla="*/ 0 w 40903"/>
                <a:gd name="connsiteY7" fmla="*/ 57 h 53202"/>
                <a:gd name="connsiteX8" fmla="*/ 6407 w 40903"/>
                <a:gd name="connsiteY8" fmla="*/ 57 h 53202"/>
                <a:gd name="connsiteX9" fmla="*/ 6407 w 40903"/>
                <a:gd name="connsiteY9" fmla="*/ 31578 h 53202"/>
                <a:gd name="connsiteX10" fmla="*/ 18707 w 40903"/>
                <a:gd name="connsiteY10" fmla="*/ 47654 h 53202"/>
                <a:gd name="connsiteX11" fmla="*/ 34096 w 40903"/>
                <a:gd name="connsiteY11" fmla="*/ 28718 h 53202"/>
                <a:gd name="connsiteX12" fmla="*/ 34096 w 40903"/>
                <a:gd name="connsiteY12" fmla="*/ 0 h 53202"/>
                <a:gd name="connsiteX13" fmla="*/ 40503 w 40903"/>
                <a:gd name="connsiteY13" fmla="*/ 0 h 53202"/>
                <a:gd name="connsiteX14" fmla="*/ 40503 w 40903"/>
                <a:gd name="connsiteY14" fmla="*/ 39702 h 53202"/>
                <a:gd name="connsiteX15" fmla="*/ 40503 w 40903"/>
                <a:gd name="connsiteY15" fmla="*/ 39702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903" h="53202">
                  <a:moveTo>
                    <a:pt x="40503" y="39816"/>
                  </a:moveTo>
                  <a:cubicBezTo>
                    <a:pt x="40503" y="43764"/>
                    <a:pt x="40503" y="47825"/>
                    <a:pt x="40903" y="52001"/>
                  </a:cubicBezTo>
                  <a:lnTo>
                    <a:pt x="34668" y="52001"/>
                  </a:lnTo>
                  <a:lnTo>
                    <a:pt x="34668" y="42734"/>
                  </a:lnTo>
                  <a:lnTo>
                    <a:pt x="34439" y="42734"/>
                  </a:lnTo>
                  <a:cubicBezTo>
                    <a:pt x="32322" y="47425"/>
                    <a:pt x="28432" y="53203"/>
                    <a:pt x="17677" y="53203"/>
                  </a:cubicBezTo>
                  <a:cubicBezTo>
                    <a:pt x="4862" y="53203"/>
                    <a:pt x="0" y="44679"/>
                    <a:pt x="0" y="33237"/>
                  </a:cubicBezTo>
                  <a:lnTo>
                    <a:pt x="0" y="57"/>
                  </a:lnTo>
                  <a:lnTo>
                    <a:pt x="6407" y="57"/>
                  </a:lnTo>
                  <a:lnTo>
                    <a:pt x="6407" y="31578"/>
                  </a:lnTo>
                  <a:cubicBezTo>
                    <a:pt x="6407" y="41361"/>
                    <a:pt x="9839" y="47654"/>
                    <a:pt x="18707" y="47654"/>
                  </a:cubicBezTo>
                  <a:cubicBezTo>
                    <a:pt x="30434" y="47654"/>
                    <a:pt x="34096" y="37356"/>
                    <a:pt x="34096" y="28718"/>
                  </a:cubicBezTo>
                  <a:lnTo>
                    <a:pt x="34096" y="0"/>
                  </a:lnTo>
                  <a:lnTo>
                    <a:pt x="40503" y="0"/>
                  </a:lnTo>
                  <a:lnTo>
                    <a:pt x="40503" y="39702"/>
                  </a:lnTo>
                  <a:lnTo>
                    <a:pt x="40503" y="39702"/>
                  </a:lnTo>
                  <a:close/>
                </a:path>
              </a:pathLst>
            </a:custGeom>
            <a:solidFill>
              <a:srgbClr val="003369"/>
            </a:solidFill>
            <a:ln w="5715" cap="flat">
              <a:noFill/>
              <a:prstDash val="solid"/>
              <a:miter/>
            </a:ln>
          </p:spPr>
          <p:txBody>
            <a:bodyPr rtlCol="0" anchor="ctr"/>
            <a:lstStyle/>
            <a:p>
              <a:endParaRPr lang="de-DE"/>
            </a:p>
          </p:txBody>
        </p:sp>
        <p:sp>
          <p:nvSpPr>
            <p:cNvPr id="62" name="Freihandform: Form 61">
              <a:extLst>
                <a:ext uri="{FF2B5EF4-FFF2-40B4-BE49-F238E27FC236}">
                  <a16:creationId xmlns:a16="http://schemas.microsoft.com/office/drawing/2014/main" id="{FD4B53EF-ED36-4677-9BEA-25E1EC0D1AF1}"/>
                </a:ext>
              </a:extLst>
            </p:cNvPr>
            <p:cNvSpPr/>
            <p:nvPr/>
          </p:nvSpPr>
          <p:spPr>
            <a:xfrm>
              <a:off x="7591053" y="5856650"/>
              <a:ext cx="29805" cy="67847"/>
            </a:xfrm>
            <a:custGeom>
              <a:avLst/>
              <a:gdLst>
                <a:gd name="connsiteX0" fmla="*/ 28375 w 29805"/>
                <a:gd name="connsiteY0" fmla="*/ 20251 h 67847"/>
                <a:gd name="connsiteX1" fmla="*/ 16590 w 29805"/>
                <a:gd name="connsiteY1" fmla="*/ 20251 h 67847"/>
                <a:gd name="connsiteX2" fmla="*/ 16590 w 29805"/>
                <a:gd name="connsiteY2" fmla="*/ 53832 h 67847"/>
                <a:gd name="connsiteX3" fmla="*/ 23512 w 29805"/>
                <a:gd name="connsiteY3" fmla="*/ 62356 h 67847"/>
                <a:gd name="connsiteX4" fmla="*/ 29405 w 29805"/>
                <a:gd name="connsiteY4" fmla="*/ 61155 h 67847"/>
                <a:gd name="connsiteX5" fmla="*/ 29805 w 29805"/>
                <a:gd name="connsiteY5" fmla="*/ 66418 h 67847"/>
                <a:gd name="connsiteX6" fmla="*/ 21968 w 29805"/>
                <a:gd name="connsiteY6" fmla="*/ 67848 h 67847"/>
                <a:gd name="connsiteX7" fmla="*/ 10183 w 29805"/>
                <a:gd name="connsiteY7" fmla="*/ 50571 h 67847"/>
                <a:gd name="connsiteX8" fmla="*/ 10183 w 29805"/>
                <a:gd name="connsiteY8" fmla="*/ 20251 h 67847"/>
                <a:gd name="connsiteX9" fmla="*/ 0 w 29805"/>
                <a:gd name="connsiteY9" fmla="*/ 20251 h 67847"/>
                <a:gd name="connsiteX10" fmla="*/ 0 w 29805"/>
                <a:gd name="connsiteY10" fmla="*/ 14759 h 67847"/>
                <a:gd name="connsiteX11" fmla="*/ 10183 w 29805"/>
                <a:gd name="connsiteY11" fmla="*/ 14759 h 67847"/>
                <a:gd name="connsiteX12" fmla="*/ 10183 w 29805"/>
                <a:gd name="connsiteY12" fmla="*/ 2231 h 67847"/>
                <a:gd name="connsiteX13" fmla="*/ 16590 w 29805"/>
                <a:gd name="connsiteY13" fmla="*/ 0 h 67847"/>
                <a:gd name="connsiteX14" fmla="*/ 16590 w 29805"/>
                <a:gd name="connsiteY14" fmla="*/ 14759 h 67847"/>
                <a:gd name="connsiteX15" fmla="*/ 28375 w 29805"/>
                <a:gd name="connsiteY15" fmla="*/ 14759 h 67847"/>
                <a:gd name="connsiteX16" fmla="*/ 28375 w 29805"/>
                <a:gd name="connsiteY16" fmla="*/ 20251 h 67847"/>
                <a:gd name="connsiteX17" fmla="*/ 28375 w 29805"/>
                <a:gd name="connsiteY17" fmla="*/ 20251 h 6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805" h="67847">
                  <a:moveTo>
                    <a:pt x="28375" y="20251"/>
                  </a:moveTo>
                  <a:lnTo>
                    <a:pt x="16590" y="20251"/>
                  </a:lnTo>
                  <a:lnTo>
                    <a:pt x="16590" y="53832"/>
                  </a:lnTo>
                  <a:cubicBezTo>
                    <a:pt x="16590" y="58523"/>
                    <a:pt x="18306" y="62356"/>
                    <a:pt x="23512" y="62356"/>
                  </a:cubicBezTo>
                  <a:cubicBezTo>
                    <a:pt x="25972" y="62356"/>
                    <a:pt x="27574" y="61841"/>
                    <a:pt x="29405" y="61155"/>
                  </a:cubicBezTo>
                  <a:lnTo>
                    <a:pt x="29805" y="66418"/>
                  </a:lnTo>
                  <a:cubicBezTo>
                    <a:pt x="28260" y="67047"/>
                    <a:pt x="25114" y="67848"/>
                    <a:pt x="21968" y="67848"/>
                  </a:cubicBezTo>
                  <a:cubicBezTo>
                    <a:pt x="10584" y="67848"/>
                    <a:pt x="10183" y="60010"/>
                    <a:pt x="10183" y="50571"/>
                  </a:cubicBezTo>
                  <a:lnTo>
                    <a:pt x="10183" y="20251"/>
                  </a:lnTo>
                  <a:lnTo>
                    <a:pt x="0" y="20251"/>
                  </a:lnTo>
                  <a:lnTo>
                    <a:pt x="0" y="14759"/>
                  </a:lnTo>
                  <a:lnTo>
                    <a:pt x="10183" y="14759"/>
                  </a:lnTo>
                  <a:lnTo>
                    <a:pt x="10183" y="2231"/>
                  </a:lnTo>
                  <a:lnTo>
                    <a:pt x="16590" y="0"/>
                  </a:lnTo>
                  <a:lnTo>
                    <a:pt x="16590" y="14759"/>
                  </a:lnTo>
                  <a:lnTo>
                    <a:pt x="28375" y="14759"/>
                  </a:lnTo>
                  <a:lnTo>
                    <a:pt x="28375" y="20251"/>
                  </a:lnTo>
                  <a:lnTo>
                    <a:pt x="28375" y="20251"/>
                  </a:lnTo>
                  <a:close/>
                </a:path>
              </a:pathLst>
            </a:custGeom>
            <a:solidFill>
              <a:srgbClr val="003369"/>
            </a:solidFill>
            <a:ln w="5715" cap="flat">
              <a:noFill/>
              <a:prstDash val="solid"/>
              <a:miter/>
            </a:ln>
          </p:spPr>
          <p:txBody>
            <a:bodyPr rtlCol="0" anchor="ctr"/>
            <a:lstStyle/>
            <a:p>
              <a:endParaRPr lang="de-DE"/>
            </a:p>
          </p:txBody>
        </p:sp>
        <p:sp>
          <p:nvSpPr>
            <p:cNvPr id="63" name="Freihandform: Form 62">
              <a:extLst>
                <a:ext uri="{FF2B5EF4-FFF2-40B4-BE49-F238E27FC236}">
                  <a16:creationId xmlns:a16="http://schemas.microsoft.com/office/drawing/2014/main" id="{7EB9DA40-1205-4A6E-B712-EE505953BD76}"/>
                </a:ext>
              </a:extLst>
            </p:cNvPr>
            <p:cNvSpPr/>
            <p:nvPr/>
          </p:nvSpPr>
          <p:spPr>
            <a:xfrm>
              <a:off x="7655125" y="5845780"/>
              <a:ext cx="30205" cy="77515"/>
            </a:xfrm>
            <a:custGeom>
              <a:avLst/>
              <a:gdLst>
                <a:gd name="connsiteX0" fmla="*/ 10469 w 30205"/>
                <a:gd name="connsiteY0" fmla="*/ 31121 h 77515"/>
                <a:gd name="connsiteX1" fmla="*/ 0 w 30205"/>
                <a:gd name="connsiteY1" fmla="*/ 31121 h 77515"/>
                <a:gd name="connsiteX2" fmla="*/ 0 w 30205"/>
                <a:gd name="connsiteY2" fmla="*/ 25629 h 77515"/>
                <a:gd name="connsiteX3" fmla="*/ 10469 w 30205"/>
                <a:gd name="connsiteY3" fmla="*/ 25629 h 77515"/>
                <a:gd name="connsiteX4" fmla="*/ 10469 w 30205"/>
                <a:gd name="connsiteY4" fmla="*/ 21853 h 77515"/>
                <a:gd name="connsiteX5" fmla="*/ 24199 w 30205"/>
                <a:gd name="connsiteY5" fmla="*/ 0 h 77515"/>
                <a:gd name="connsiteX6" fmla="*/ 30206 w 30205"/>
                <a:gd name="connsiteY6" fmla="*/ 1030 h 77515"/>
                <a:gd name="connsiteX7" fmla="*/ 29805 w 30205"/>
                <a:gd name="connsiteY7" fmla="*/ 6636 h 77515"/>
                <a:gd name="connsiteX8" fmla="*/ 24714 w 30205"/>
                <a:gd name="connsiteY8" fmla="*/ 5492 h 77515"/>
                <a:gd name="connsiteX9" fmla="*/ 16876 w 30205"/>
                <a:gd name="connsiteY9" fmla="*/ 21167 h 77515"/>
                <a:gd name="connsiteX10" fmla="*/ 16876 w 30205"/>
                <a:gd name="connsiteY10" fmla="*/ 25629 h 77515"/>
                <a:gd name="connsiteX11" fmla="*/ 28604 w 30205"/>
                <a:gd name="connsiteY11" fmla="*/ 25629 h 77515"/>
                <a:gd name="connsiteX12" fmla="*/ 28604 w 30205"/>
                <a:gd name="connsiteY12" fmla="*/ 31121 h 77515"/>
                <a:gd name="connsiteX13" fmla="*/ 16876 w 30205"/>
                <a:gd name="connsiteY13" fmla="*/ 31121 h 77515"/>
                <a:gd name="connsiteX14" fmla="*/ 16876 w 30205"/>
                <a:gd name="connsiteY14" fmla="*/ 77516 h 77515"/>
                <a:gd name="connsiteX15" fmla="*/ 10469 w 30205"/>
                <a:gd name="connsiteY15" fmla="*/ 77516 h 77515"/>
                <a:gd name="connsiteX16" fmla="*/ 10469 w 30205"/>
                <a:gd name="connsiteY16" fmla="*/ 31121 h 77515"/>
                <a:gd name="connsiteX17" fmla="*/ 10469 w 30205"/>
                <a:gd name="connsiteY17" fmla="*/ 31121 h 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05" h="77515">
                  <a:moveTo>
                    <a:pt x="10469" y="31121"/>
                  </a:moveTo>
                  <a:lnTo>
                    <a:pt x="0" y="31121"/>
                  </a:lnTo>
                  <a:lnTo>
                    <a:pt x="0" y="25629"/>
                  </a:lnTo>
                  <a:lnTo>
                    <a:pt x="10469" y="25629"/>
                  </a:lnTo>
                  <a:lnTo>
                    <a:pt x="10469" y="21853"/>
                  </a:lnTo>
                  <a:cubicBezTo>
                    <a:pt x="10469" y="10984"/>
                    <a:pt x="10870" y="0"/>
                    <a:pt x="24199" y="0"/>
                  </a:cubicBezTo>
                  <a:cubicBezTo>
                    <a:pt x="26258" y="0"/>
                    <a:pt x="29004" y="286"/>
                    <a:pt x="30206" y="1030"/>
                  </a:cubicBezTo>
                  <a:lnTo>
                    <a:pt x="29805" y="6636"/>
                  </a:lnTo>
                  <a:cubicBezTo>
                    <a:pt x="28489" y="5950"/>
                    <a:pt x="26544" y="5492"/>
                    <a:pt x="24714" y="5492"/>
                  </a:cubicBezTo>
                  <a:cubicBezTo>
                    <a:pt x="15961" y="5492"/>
                    <a:pt x="16876" y="14931"/>
                    <a:pt x="16876" y="21167"/>
                  </a:cubicBezTo>
                  <a:lnTo>
                    <a:pt x="16876" y="25629"/>
                  </a:lnTo>
                  <a:lnTo>
                    <a:pt x="28604" y="25629"/>
                  </a:lnTo>
                  <a:lnTo>
                    <a:pt x="28604" y="31121"/>
                  </a:lnTo>
                  <a:lnTo>
                    <a:pt x="16876" y="31121"/>
                  </a:lnTo>
                  <a:lnTo>
                    <a:pt x="16876" y="77516"/>
                  </a:lnTo>
                  <a:lnTo>
                    <a:pt x="10469" y="77516"/>
                  </a:lnTo>
                  <a:lnTo>
                    <a:pt x="10469" y="31121"/>
                  </a:lnTo>
                  <a:lnTo>
                    <a:pt x="10469" y="31121"/>
                  </a:lnTo>
                  <a:close/>
                </a:path>
              </a:pathLst>
            </a:custGeom>
            <a:solidFill>
              <a:srgbClr val="003369"/>
            </a:solidFill>
            <a:ln w="5715" cap="flat">
              <a:noFill/>
              <a:prstDash val="solid"/>
              <a:miter/>
            </a:ln>
          </p:spPr>
          <p:txBody>
            <a:bodyPr rtlCol="0" anchor="ctr"/>
            <a:lstStyle/>
            <a:p>
              <a:endParaRPr lang="de-DE"/>
            </a:p>
          </p:txBody>
        </p:sp>
        <p:sp>
          <p:nvSpPr>
            <p:cNvPr id="64" name="Freihandform: Form 63">
              <a:extLst>
                <a:ext uri="{FF2B5EF4-FFF2-40B4-BE49-F238E27FC236}">
                  <a16:creationId xmlns:a16="http://schemas.microsoft.com/office/drawing/2014/main" id="{8BE1E548-6F7C-48EC-903C-AC975D31B84A}"/>
                </a:ext>
              </a:extLst>
            </p:cNvPr>
            <p:cNvSpPr/>
            <p:nvPr/>
          </p:nvSpPr>
          <p:spPr>
            <a:xfrm>
              <a:off x="7692539" y="5853904"/>
              <a:ext cx="40845" cy="70593"/>
            </a:xfrm>
            <a:custGeom>
              <a:avLst/>
              <a:gdLst>
                <a:gd name="connsiteX0" fmla="*/ 25286 w 40845"/>
                <a:gd name="connsiteY0" fmla="*/ 0 h 70593"/>
                <a:gd name="connsiteX1" fmla="*/ 32894 w 40845"/>
                <a:gd name="connsiteY1" fmla="*/ 0 h 70593"/>
                <a:gd name="connsiteX2" fmla="*/ 32894 w 40845"/>
                <a:gd name="connsiteY2" fmla="*/ 8524 h 70593"/>
                <a:gd name="connsiteX3" fmla="*/ 25286 w 40845"/>
                <a:gd name="connsiteY3" fmla="*/ 8524 h 70593"/>
                <a:gd name="connsiteX4" fmla="*/ 25286 w 40845"/>
                <a:gd name="connsiteY4" fmla="*/ 0 h 70593"/>
                <a:gd name="connsiteX5" fmla="*/ 25286 w 40845"/>
                <a:gd name="connsiteY5" fmla="*/ 0 h 70593"/>
                <a:gd name="connsiteX6" fmla="*/ 7895 w 40845"/>
                <a:gd name="connsiteY6" fmla="*/ 0 h 70593"/>
                <a:gd name="connsiteX7" fmla="*/ 15503 w 40845"/>
                <a:gd name="connsiteY7" fmla="*/ 0 h 70593"/>
                <a:gd name="connsiteX8" fmla="*/ 15503 w 40845"/>
                <a:gd name="connsiteY8" fmla="*/ 8524 h 70593"/>
                <a:gd name="connsiteX9" fmla="*/ 7895 w 40845"/>
                <a:gd name="connsiteY9" fmla="*/ 8524 h 70593"/>
                <a:gd name="connsiteX10" fmla="*/ 7895 w 40845"/>
                <a:gd name="connsiteY10" fmla="*/ 0 h 70593"/>
                <a:gd name="connsiteX11" fmla="*/ 7895 w 40845"/>
                <a:gd name="connsiteY11" fmla="*/ 0 h 70593"/>
                <a:gd name="connsiteX12" fmla="*/ 40446 w 40845"/>
                <a:gd name="connsiteY12" fmla="*/ 57207 h 70593"/>
                <a:gd name="connsiteX13" fmla="*/ 40846 w 40845"/>
                <a:gd name="connsiteY13" fmla="*/ 69392 h 70593"/>
                <a:gd name="connsiteX14" fmla="*/ 34668 w 40845"/>
                <a:gd name="connsiteY14" fmla="*/ 69392 h 70593"/>
                <a:gd name="connsiteX15" fmla="*/ 34668 w 40845"/>
                <a:gd name="connsiteY15" fmla="*/ 60125 h 70593"/>
                <a:gd name="connsiteX16" fmla="*/ 34439 w 40845"/>
                <a:gd name="connsiteY16" fmla="*/ 60125 h 70593"/>
                <a:gd name="connsiteX17" fmla="*/ 17677 w 40845"/>
                <a:gd name="connsiteY17" fmla="*/ 70594 h 70593"/>
                <a:gd name="connsiteX18" fmla="*/ 0 w 40845"/>
                <a:gd name="connsiteY18" fmla="*/ 50628 h 70593"/>
                <a:gd name="connsiteX19" fmla="*/ 0 w 40845"/>
                <a:gd name="connsiteY19" fmla="*/ 17448 h 70593"/>
                <a:gd name="connsiteX20" fmla="*/ 6407 w 40845"/>
                <a:gd name="connsiteY20" fmla="*/ 17448 h 70593"/>
                <a:gd name="connsiteX21" fmla="*/ 6407 w 40845"/>
                <a:gd name="connsiteY21" fmla="*/ 48969 h 70593"/>
                <a:gd name="connsiteX22" fmla="*/ 18707 w 40845"/>
                <a:gd name="connsiteY22" fmla="*/ 65045 h 70593"/>
                <a:gd name="connsiteX23" fmla="*/ 34095 w 40845"/>
                <a:gd name="connsiteY23" fmla="*/ 46109 h 70593"/>
                <a:gd name="connsiteX24" fmla="*/ 34095 w 40845"/>
                <a:gd name="connsiteY24" fmla="*/ 17391 h 70593"/>
                <a:gd name="connsiteX25" fmla="*/ 40502 w 40845"/>
                <a:gd name="connsiteY25" fmla="*/ 17391 h 70593"/>
                <a:gd name="connsiteX26" fmla="*/ 40502 w 40845"/>
                <a:gd name="connsiteY26" fmla="*/ 57093 h 70593"/>
                <a:gd name="connsiteX27" fmla="*/ 40502 w 40845"/>
                <a:gd name="connsiteY27" fmla="*/ 57093 h 7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845" h="70593">
                  <a:moveTo>
                    <a:pt x="25286" y="0"/>
                  </a:moveTo>
                  <a:lnTo>
                    <a:pt x="32894" y="0"/>
                  </a:lnTo>
                  <a:lnTo>
                    <a:pt x="32894" y="8524"/>
                  </a:lnTo>
                  <a:lnTo>
                    <a:pt x="25286" y="8524"/>
                  </a:lnTo>
                  <a:lnTo>
                    <a:pt x="25286" y="0"/>
                  </a:lnTo>
                  <a:lnTo>
                    <a:pt x="25286" y="0"/>
                  </a:lnTo>
                  <a:close/>
                  <a:moveTo>
                    <a:pt x="7895" y="0"/>
                  </a:moveTo>
                  <a:lnTo>
                    <a:pt x="15503" y="0"/>
                  </a:lnTo>
                  <a:lnTo>
                    <a:pt x="15503" y="8524"/>
                  </a:lnTo>
                  <a:lnTo>
                    <a:pt x="7895" y="8524"/>
                  </a:lnTo>
                  <a:lnTo>
                    <a:pt x="7895" y="0"/>
                  </a:lnTo>
                  <a:lnTo>
                    <a:pt x="7895" y="0"/>
                  </a:lnTo>
                  <a:close/>
                  <a:moveTo>
                    <a:pt x="40446" y="57207"/>
                  </a:moveTo>
                  <a:cubicBezTo>
                    <a:pt x="40446" y="61155"/>
                    <a:pt x="40446" y="65216"/>
                    <a:pt x="40846" y="69392"/>
                  </a:cubicBezTo>
                  <a:lnTo>
                    <a:pt x="34668" y="69392"/>
                  </a:lnTo>
                  <a:lnTo>
                    <a:pt x="34668" y="60125"/>
                  </a:lnTo>
                  <a:lnTo>
                    <a:pt x="34439" y="60125"/>
                  </a:lnTo>
                  <a:cubicBezTo>
                    <a:pt x="32322" y="64816"/>
                    <a:pt x="28432" y="70594"/>
                    <a:pt x="17677" y="70594"/>
                  </a:cubicBezTo>
                  <a:cubicBezTo>
                    <a:pt x="4862" y="70594"/>
                    <a:pt x="0" y="62070"/>
                    <a:pt x="0" y="50628"/>
                  </a:cubicBezTo>
                  <a:lnTo>
                    <a:pt x="0" y="17448"/>
                  </a:lnTo>
                  <a:lnTo>
                    <a:pt x="6407" y="17448"/>
                  </a:lnTo>
                  <a:lnTo>
                    <a:pt x="6407" y="48969"/>
                  </a:lnTo>
                  <a:cubicBezTo>
                    <a:pt x="6407" y="58752"/>
                    <a:pt x="9839" y="65045"/>
                    <a:pt x="18707" y="65045"/>
                  </a:cubicBezTo>
                  <a:cubicBezTo>
                    <a:pt x="30434" y="65045"/>
                    <a:pt x="34095" y="54747"/>
                    <a:pt x="34095" y="46109"/>
                  </a:cubicBezTo>
                  <a:lnTo>
                    <a:pt x="34095" y="17391"/>
                  </a:lnTo>
                  <a:lnTo>
                    <a:pt x="40502" y="17391"/>
                  </a:lnTo>
                  <a:lnTo>
                    <a:pt x="40502" y="57093"/>
                  </a:lnTo>
                  <a:lnTo>
                    <a:pt x="40502" y="57093"/>
                  </a:lnTo>
                  <a:close/>
                </a:path>
              </a:pathLst>
            </a:custGeom>
            <a:solidFill>
              <a:srgbClr val="003369"/>
            </a:solidFill>
            <a:ln w="5715" cap="flat">
              <a:noFill/>
              <a:prstDash val="solid"/>
              <a:miter/>
            </a:ln>
          </p:spPr>
          <p:txBody>
            <a:bodyPr rtlCol="0" anchor="ctr"/>
            <a:lstStyle/>
            <a:p>
              <a:endParaRPr lang="de-DE"/>
            </a:p>
          </p:txBody>
        </p:sp>
        <p:sp>
          <p:nvSpPr>
            <p:cNvPr id="65" name="Freihandform: Form 64">
              <a:extLst>
                <a:ext uri="{FF2B5EF4-FFF2-40B4-BE49-F238E27FC236}">
                  <a16:creationId xmlns:a16="http://schemas.microsoft.com/office/drawing/2014/main" id="{3ABE9D85-97F8-40F6-B902-C0B9017FA111}"/>
                </a:ext>
              </a:extLst>
            </p:cNvPr>
            <p:cNvSpPr/>
            <p:nvPr/>
          </p:nvSpPr>
          <p:spPr>
            <a:xfrm>
              <a:off x="7746313" y="5870151"/>
              <a:ext cx="24427" cy="53088"/>
            </a:xfrm>
            <a:custGeom>
              <a:avLst/>
              <a:gdLst>
                <a:gd name="connsiteX0" fmla="*/ 400 w 24427"/>
                <a:gd name="connsiteY0" fmla="*/ 12872 h 53088"/>
                <a:gd name="connsiteX1" fmla="*/ 0 w 24427"/>
                <a:gd name="connsiteY1" fmla="*/ 1259 h 53088"/>
                <a:gd name="connsiteX2" fmla="*/ 6407 w 24427"/>
                <a:gd name="connsiteY2" fmla="*/ 1259 h 53088"/>
                <a:gd name="connsiteX3" fmla="*/ 6407 w 24427"/>
                <a:gd name="connsiteY3" fmla="*/ 11213 h 53088"/>
                <a:gd name="connsiteX4" fmla="*/ 6636 w 24427"/>
                <a:gd name="connsiteY4" fmla="*/ 11213 h 53088"/>
                <a:gd name="connsiteX5" fmla="*/ 19965 w 24427"/>
                <a:gd name="connsiteY5" fmla="*/ 0 h 53088"/>
                <a:gd name="connsiteX6" fmla="*/ 24428 w 24427"/>
                <a:gd name="connsiteY6" fmla="*/ 629 h 53088"/>
                <a:gd name="connsiteX7" fmla="*/ 24428 w 24427"/>
                <a:gd name="connsiteY7" fmla="*/ 7323 h 53088"/>
                <a:gd name="connsiteX8" fmla="*/ 19737 w 24427"/>
                <a:gd name="connsiteY8" fmla="*/ 6693 h 53088"/>
                <a:gd name="connsiteX9" fmla="*/ 6808 w 24427"/>
                <a:gd name="connsiteY9" fmla="*/ 27459 h 53088"/>
                <a:gd name="connsiteX10" fmla="*/ 6808 w 24427"/>
                <a:gd name="connsiteY10" fmla="*/ 53088 h 53088"/>
                <a:gd name="connsiteX11" fmla="*/ 400 w 24427"/>
                <a:gd name="connsiteY11" fmla="*/ 53088 h 53088"/>
                <a:gd name="connsiteX12" fmla="*/ 400 w 24427"/>
                <a:gd name="connsiteY12" fmla="*/ 12814 h 53088"/>
                <a:gd name="connsiteX13" fmla="*/ 400 w 24427"/>
                <a:gd name="connsiteY13" fmla="*/ 12814 h 53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427" h="53088">
                  <a:moveTo>
                    <a:pt x="400" y="12872"/>
                  </a:moveTo>
                  <a:cubicBezTo>
                    <a:pt x="400" y="7151"/>
                    <a:pt x="400" y="5034"/>
                    <a:pt x="0" y="1259"/>
                  </a:cubicBezTo>
                  <a:lnTo>
                    <a:pt x="6407" y="1259"/>
                  </a:lnTo>
                  <a:lnTo>
                    <a:pt x="6407" y="11213"/>
                  </a:lnTo>
                  <a:lnTo>
                    <a:pt x="6636" y="11213"/>
                  </a:lnTo>
                  <a:cubicBezTo>
                    <a:pt x="8982" y="5435"/>
                    <a:pt x="13329" y="0"/>
                    <a:pt x="19965" y="0"/>
                  </a:cubicBezTo>
                  <a:cubicBezTo>
                    <a:pt x="21510" y="0"/>
                    <a:pt x="23341" y="286"/>
                    <a:pt x="24428" y="629"/>
                  </a:cubicBezTo>
                  <a:lnTo>
                    <a:pt x="24428" y="7323"/>
                  </a:lnTo>
                  <a:cubicBezTo>
                    <a:pt x="23112" y="6922"/>
                    <a:pt x="21395" y="6693"/>
                    <a:pt x="19737" y="6693"/>
                  </a:cubicBezTo>
                  <a:cubicBezTo>
                    <a:pt x="9554" y="6693"/>
                    <a:pt x="6808" y="18077"/>
                    <a:pt x="6808" y="27459"/>
                  </a:cubicBezTo>
                  <a:lnTo>
                    <a:pt x="6808" y="53088"/>
                  </a:lnTo>
                  <a:lnTo>
                    <a:pt x="400" y="53088"/>
                  </a:lnTo>
                  <a:lnTo>
                    <a:pt x="400" y="12814"/>
                  </a:lnTo>
                  <a:lnTo>
                    <a:pt x="400" y="12814"/>
                  </a:lnTo>
                  <a:close/>
                </a:path>
              </a:pathLst>
            </a:custGeom>
            <a:solidFill>
              <a:srgbClr val="003369"/>
            </a:solidFill>
            <a:ln w="5715" cap="flat">
              <a:noFill/>
              <a:prstDash val="solid"/>
              <a:miter/>
            </a:ln>
          </p:spPr>
          <p:txBody>
            <a:bodyPr rtlCol="0" anchor="ctr"/>
            <a:lstStyle/>
            <a:p>
              <a:endParaRPr lang="de-DE"/>
            </a:p>
          </p:txBody>
        </p:sp>
        <p:sp>
          <p:nvSpPr>
            <p:cNvPr id="66" name="Freihandform: Form 65">
              <a:extLst>
                <a:ext uri="{FF2B5EF4-FFF2-40B4-BE49-F238E27FC236}">
                  <a16:creationId xmlns:a16="http://schemas.microsoft.com/office/drawing/2014/main" id="{6A69CEA0-7246-4B14-8C33-DEC85D9A299A}"/>
                </a:ext>
              </a:extLst>
            </p:cNvPr>
            <p:cNvSpPr/>
            <p:nvPr/>
          </p:nvSpPr>
          <p:spPr>
            <a:xfrm>
              <a:off x="7040376" y="5955618"/>
              <a:ext cx="41475" cy="71051"/>
            </a:xfrm>
            <a:custGeom>
              <a:avLst/>
              <a:gdLst>
                <a:gd name="connsiteX0" fmla="*/ 7208 w 41475"/>
                <a:gd name="connsiteY0" fmla="*/ 31006 h 71051"/>
                <a:gd name="connsiteX1" fmla="*/ 15046 w 41475"/>
                <a:gd name="connsiteY1" fmla="*/ 31006 h 71051"/>
                <a:gd name="connsiteX2" fmla="*/ 32322 w 41475"/>
                <a:gd name="connsiteY2" fmla="*/ 17791 h 71051"/>
                <a:gd name="connsiteX3" fmla="*/ 16876 w 41475"/>
                <a:gd name="connsiteY3" fmla="*/ 6064 h 71051"/>
                <a:gd name="connsiteX4" fmla="*/ 7208 w 41475"/>
                <a:gd name="connsiteY4" fmla="*/ 6064 h 71051"/>
                <a:gd name="connsiteX5" fmla="*/ 7208 w 41475"/>
                <a:gd name="connsiteY5" fmla="*/ 31006 h 71051"/>
                <a:gd name="connsiteX6" fmla="*/ 7208 w 41475"/>
                <a:gd name="connsiteY6" fmla="*/ 31006 h 71051"/>
                <a:gd name="connsiteX7" fmla="*/ 7036 w 41475"/>
                <a:gd name="connsiteY7" fmla="*/ 64873 h 71051"/>
                <a:gd name="connsiteX8" fmla="*/ 14359 w 41475"/>
                <a:gd name="connsiteY8" fmla="*/ 64873 h 71051"/>
                <a:gd name="connsiteX9" fmla="*/ 34496 w 41475"/>
                <a:gd name="connsiteY9" fmla="*/ 51029 h 71051"/>
                <a:gd name="connsiteX10" fmla="*/ 13215 w 41475"/>
                <a:gd name="connsiteY10" fmla="*/ 37070 h 71051"/>
                <a:gd name="connsiteX11" fmla="*/ 7036 w 41475"/>
                <a:gd name="connsiteY11" fmla="*/ 37070 h 71051"/>
                <a:gd name="connsiteX12" fmla="*/ 7036 w 41475"/>
                <a:gd name="connsiteY12" fmla="*/ 64873 h 71051"/>
                <a:gd name="connsiteX13" fmla="*/ 7036 w 41475"/>
                <a:gd name="connsiteY13" fmla="*/ 64873 h 71051"/>
                <a:gd name="connsiteX14" fmla="*/ 0 w 41475"/>
                <a:gd name="connsiteY14" fmla="*/ 0 h 71051"/>
                <a:gd name="connsiteX15" fmla="*/ 16876 w 41475"/>
                <a:gd name="connsiteY15" fmla="*/ 0 h 71051"/>
                <a:gd name="connsiteX16" fmla="*/ 39359 w 41475"/>
                <a:gd name="connsiteY16" fmla="*/ 17505 h 71051"/>
                <a:gd name="connsiteX17" fmla="*/ 26430 w 41475"/>
                <a:gd name="connsiteY17" fmla="*/ 33695 h 71051"/>
                <a:gd name="connsiteX18" fmla="*/ 26430 w 41475"/>
                <a:gd name="connsiteY18" fmla="*/ 33924 h 71051"/>
                <a:gd name="connsiteX19" fmla="*/ 41475 w 41475"/>
                <a:gd name="connsiteY19" fmla="*/ 50800 h 71051"/>
                <a:gd name="connsiteX20" fmla="*/ 14130 w 41475"/>
                <a:gd name="connsiteY20" fmla="*/ 71051 h 71051"/>
                <a:gd name="connsiteX21" fmla="*/ 0 w 41475"/>
                <a:gd name="connsiteY21" fmla="*/ 71051 h 71051"/>
                <a:gd name="connsiteX22" fmla="*/ 0 w 41475"/>
                <a:gd name="connsiteY22" fmla="*/ 57 h 71051"/>
                <a:gd name="connsiteX23" fmla="*/ 0 w 41475"/>
                <a:gd name="connsiteY23" fmla="*/ 57 h 7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475" h="71051">
                  <a:moveTo>
                    <a:pt x="7208" y="31006"/>
                  </a:moveTo>
                  <a:lnTo>
                    <a:pt x="15046" y="31006"/>
                  </a:lnTo>
                  <a:cubicBezTo>
                    <a:pt x="22482" y="31006"/>
                    <a:pt x="32322" y="29061"/>
                    <a:pt x="32322" y="17791"/>
                  </a:cubicBezTo>
                  <a:cubicBezTo>
                    <a:pt x="32322" y="7494"/>
                    <a:pt x="22883" y="6064"/>
                    <a:pt x="16876" y="6064"/>
                  </a:cubicBezTo>
                  <a:lnTo>
                    <a:pt x="7208" y="6064"/>
                  </a:lnTo>
                  <a:lnTo>
                    <a:pt x="7208" y="31006"/>
                  </a:lnTo>
                  <a:lnTo>
                    <a:pt x="7208" y="31006"/>
                  </a:lnTo>
                  <a:close/>
                  <a:moveTo>
                    <a:pt x="7036" y="64873"/>
                  </a:moveTo>
                  <a:lnTo>
                    <a:pt x="14359" y="64873"/>
                  </a:lnTo>
                  <a:cubicBezTo>
                    <a:pt x="23798" y="64873"/>
                    <a:pt x="34496" y="62356"/>
                    <a:pt x="34496" y="51029"/>
                  </a:cubicBezTo>
                  <a:cubicBezTo>
                    <a:pt x="34496" y="38386"/>
                    <a:pt x="23627" y="37070"/>
                    <a:pt x="13215" y="37070"/>
                  </a:cubicBezTo>
                  <a:lnTo>
                    <a:pt x="7036" y="37070"/>
                  </a:lnTo>
                  <a:lnTo>
                    <a:pt x="7036" y="64873"/>
                  </a:lnTo>
                  <a:lnTo>
                    <a:pt x="7036" y="64873"/>
                  </a:lnTo>
                  <a:close/>
                  <a:moveTo>
                    <a:pt x="0" y="0"/>
                  </a:moveTo>
                  <a:lnTo>
                    <a:pt x="16876" y="0"/>
                  </a:lnTo>
                  <a:cubicBezTo>
                    <a:pt x="28489" y="0"/>
                    <a:pt x="39359" y="3890"/>
                    <a:pt x="39359" y="17505"/>
                  </a:cubicBezTo>
                  <a:cubicBezTo>
                    <a:pt x="39359" y="26544"/>
                    <a:pt x="35182" y="31979"/>
                    <a:pt x="26430" y="33695"/>
                  </a:cubicBezTo>
                  <a:lnTo>
                    <a:pt x="26430" y="33924"/>
                  </a:lnTo>
                  <a:cubicBezTo>
                    <a:pt x="35411" y="35526"/>
                    <a:pt x="41475" y="41475"/>
                    <a:pt x="41475" y="50800"/>
                  </a:cubicBezTo>
                  <a:cubicBezTo>
                    <a:pt x="41475" y="66246"/>
                    <a:pt x="28832" y="71051"/>
                    <a:pt x="14130" y="71051"/>
                  </a:cubicBezTo>
                  <a:lnTo>
                    <a:pt x="0" y="71051"/>
                  </a:lnTo>
                  <a:lnTo>
                    <a:pt x="0" y="57"/>
                  </a:lnTo>
                  <a:lnTo>
                    <a:pt x="0" y="57"/>
                  </a:lnTo>
                  <a:close/>
                </a:path>
              </a:pathLst>
            </a:custGeom>
            <a:solidFill>
              <a:srgbClr val="003369"/>
            </a:solidFill>
            <a:ln w="5715" cap="flat">
              <a:noFill/>
              <a:prstDash val="solid"/>
              <a:miter/>
            </a:ln>
          </p:spPr>
          <p:txBody>
            <a:bodyPr rtlCol="0" anchor="ctr"/>
            <a:lstStyle/>
            <a:p>
              <a:endParaRPr lang="de-DE"/>
            </a:p>
          </p:txBody>
        </p:sp>
        <p:sp>
          <p:nvSpPr>
            <p:cNvPr id="67" name="Freihandform: Form 66">
              <a:extLst>
                <a:ext uri="{FF2B5EF4-FFF2-40B4-BE49-F238E27FC236}">
                  <a16:creationId xmlns:a16="http://schemas.microsoft.com/office/drawing/2014/main" id="{6A4AB940-E56A-4785-9ED9-73BFBC66152A}"/>
                </a:ext>
              </a:extLst>
            </p:cNvPr>
            <p:cNvSpPr/>
            <p:nvPr/>
          </p:nvSpPr>
          <p:spPr>
            <a:xfrm>
              <a:off x="7091519" y="5973524"/>
              <a:ext cx="42504" cy="54346"/>
            </a:xfrm>
            <a:custGeom>
              <a:avLst/>
              <a:gdLst>
                <a:gd name="connsiteX0" fmla="*/ 35525 w 42504"/>
                <a:gd name="connsiteY0" fmla="*/ 23455 h 54346"/>
                <a:gd name="connsiteX1" fmla="*/ 22311 w 42504"/>
                <a:gd name="connsiteY1" fmla="*/ 5435 h 54346"/>
                <a:gd name="connsiteX2" fmla="*/ 7036 w 42504"/>
                <a:gd name="connsiteY2" fmla="*/ 23455 h 54346"/>
                <a:gd name="connsiteX3" fmla="*/ 35525 w 42504"/>
                <a:gd name="connsiteY3" fmla="*/ 23455 h 54346"/>
                <a:gd name="connsiteX4" fmla="*/ 38672 w 42504"/>
                <a:gd name="connsiteY4" fmla="*/ 51487 h 54346"/>
                <a:gd name="connsiteX5" fmla="*/ 23627 w 42504"/>
                <a:gd name="connsiteY5" fmla="*/ 54347 h 54346"/>
                <a:gd name="connsiteX6" fmla="*/ 0 w 42504"/>
                <a:gd name="connsiteY6" fmla="*/ 27173 h 54346"/>
                <a:gd name="connsiteX7" fmla="*/ 21853 w 42504"/>
                <a:gd name="connsiteY7" fmla="*/ 0 h 54346"/>
                <a:gd name="connsiteX8" fmla="*/ 42505 w 42504"/>
                <a:gd name="connsiteY8" fmla="*/ 25743 h 54346"/>
                <a:gd name="connsiteX9" fmla="*/ 42505 w 42504"/>
                <a:gd name="connsiteY9" fmla="*/ 29004 h 54346"/>
                <a:gd name="connsiteX10" fmla="*/ 6979 w 42504"/>
                <a:gd name="connsiteY10" fmla="*/ 29004 h 54346"/>
                <a:gd name="connsiteX11" fmla="*/ 24084 w 42504"/>
                <a:gd name="connsiteY11" fmla="*/ 48855 h 54346"/>
                <a:gd name="connsiteX12" fmla="*/ 38615 w 42504"/>
                <a:gd name="connsiteY12" fmla="*/ 44965 h 54346"/>
                <a:gd name="connsiteX13" fmla="*/ 38615 w 42504"/>
                <a:gd name="connsiteY13" fmla="*/ 51487 h 54346"/>
                <a:gd name="connsiteX14" fmla="*/ 38615 w 42504"/>
                <a:gd name="connsiteY14" fmla="*/ 51487 h 5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504" h="54346">
                  <a:moveTo>
                    <a:pt x="35525" y="23455"/>
                  </a:moveTo>
                  <a:cubicBezTo>
                    <a:pt x="35525" y="14416"/>
                    <a:pt x="31864" y="5435"/>
                    <a:pt x="22311" y="5435"/>
                  </a:cubicBezTo>
                  <a:cubicBezTo>
                    <a:pt x="12757" y="5435"/>
                    <a:pt x="7036" y="14874"/>
                    <a:pt x="7036" y="23455"/>
                  </a:cubicBezTo>
                  <a:lnTo>
                    <a:pt x="35525" y="23455"/>
                  </a:lnTo>
                  <a:close/>
                  <a:moveTo>
                    <a:pt x="38672" y="51487"/>
                  </a:moveTo>
                  <a:cubicBezTo>
                    <a:pt x="34210" y="53317"/>
                    <a:pt x="28375" y="54347"/>
                    <a:pt x="23627" y="54347"/>
                  </a:cubicBezTo>
                  <a:cubicBezTo>
                    <a:pt x="6407" y="54347"/>
                    <a:pt x="0" y="42734"/>
                    <a:pt x="0" y="27173"/>
                  </a:cubicBezTo>
                  <a:cubicBezTo>
                    <a:pt x="0" y="11613"/>
                    <a:pt x="8753" y="0"/>
                    <a:pt x="21853" y="0"/>
                  </a:cubicBezTo>
                  <a:cubicBezTo>
                    <a:pt x="36498" y="0"/>
                    <a:pt x="42505" y="11785"/>
                    <a:pt x="42505" y="25743"/>
                  </a:cubicBezTo>
                  <a:lnTo>
                    <a:pt x="42505" y="29004"/>
                  </a:lnTo>
                  <a:lnTo>
                    <a:pt x="6979" y="29004"/>
                  </a:lnTo>
                  <a:cubicBezTo>
                    <a:pt x="6979" y="39988"/>
                    <a:pt x="12872" y="48855"/>
                    <a:pt x="24084" y="48855"/>
                  </a:cubicBezTo>
                  <a:cubicBezTo>
                    <a:pt x="28775" y="48855"/>
                    <a:pt x="35583" y="46910"/>
                    <a:pt x="38615" y="44965"/>
                  </a:cubicBezTo>
                  <a:lnTo>
                    <a:pt x="38615" y="51487"/>
                  </a:lnTo>
                  <a:lnTo>
                    <a:pt x="38615" y="51487"/>
                  </a:lnTo>
                  <a:close/>
                </a:path>
              </a:pathLst>
            </a:custGeom>
            <a:solidFill>
              <a:srgbClr val="003369"/>
            </a:solidFill>
            <a:ln w="5715" cap="flat">
              <a:noFill/>
              <a:prstDash val="solid"/>
              <a:miter/>
            </a:ln>
          </p:spPr>
          <p:txBody>
            <a:bodyPr rtlCol="0" anchor="ctr"/>
            <a:lstStyle/>
            <a:p>
              <a:endParaRPr lang="de-DE"/>
            </a:p>
          </p:txBody>
        </p:sp>
        <p:sp>
          <p:nvSpPr>
            <p:cNvPr id="68" name="Freihandform: Form 67">
              <a:extLst>
                <a:ext uri="{FF2B5EF4-FFF2-40B4-BE49-F238E27FC236}">
                  <a16:creationId xmlns:a16="http://schemas.microsoft.com/office/drawing/2014/main" id="{266DBE8F-EA84-4798-BB5B-8178A4247730}"/>
                </a:ext>
              </a:extLst>
            </p:cNvPr>
            <p:cNvSpPr/>
            <p:nvPr/>
          </p:nvSpPr>
          <p:spPr>
            <a:xfrm>
              <a:off x="7143978" y="5973467"/>
              <a:ext cx="24427" cy="53088"/>
            </a:xfrm>
            <a:custGeom>
              <a:avLst/>
              <a:gdLst>
                <a:gd name="connsiteX0" fmla="*/ 400 w 24427"/>
                <a:gd name="connsiteY0" fmla="*/ 12872 h 53088"/>
                <a:gd name="connsiteX1" fmla="*/ 0 w 24427"/>
                <a:gd name="connsiteY1" fmla="*/ 1259 h 53088"/>
                <a:gd name="connsiteX2" fmla="*/ 6407 w 24427"/>
                <a:gd name="connsiteY2" fmla="*/ 1259 h 53088"/>
                <a:gd name="connsiteX3" fmla="*/ 6407 w 24427"/>
                <a:gd name="connsiteY3" fmla="*/ 11213 h 53088"/>
                <a:gd name="connsiteX4" fmla="*/ 6636 w 24427"/>
                <a:gd name="connsiteY4" fmla="*/ 11213 h 53088"/>
                <a:gd name="connsiteX5" fmla="*/ 19965 w 24427"/>
                <a:gd name="connsiteY5" fmla="*/ 0 h 53088"/>
                <a:gd name="connsiteX6" fmla="*/ 24428 w 24427"/>
                <a:gd name="connsiteY6" fmla="*/ 629 h 53088"/>
                <a:gd name="connsiteX7" fmla="*/ 24428 w 24427"/>
                <a:gd name="connsiteY7" fmla="*/ 7323 h 53088"/>
                <a:gd name="connsiteX8" fmla="*/ 19737 w 24427"/>
                <a:gd name="connsiteY8" fmla="*/ 6693 h 53088"/>
                <a:gd name="connsiteX9" fmla="*/ 6808 w 24427"/>
                <a:gd name="connsiteY9" fmla="*/ 27460 h 53088"/>
                <a:gd name="connsiteX10" fmla="*/ 6808 w 24427"/>
                <a:gd name="connsiteY10" fmla="*/ 53088 h 53088"/>
                <a:gd name="connsiteX11" fmla="*/ 400 w 24427"/>
                <a:gd name="connsiteY11" fmla="*/ 53088 h 53088"/>
                <a:gd name="connsiteX12" fmla="*/ 400 w 24427"/>
                <a:gd name="connsiteY12" fmla="*/ 12814 h 53088"/>
                <a:gd name="connsiteX13" fmla="*/ 400 w 24427"/>
                <a:gd name="connsiteY13" fmla="*/ 12814 h 53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427" h="53088">
                  <a:moveTo>
                    <a:pt x="400" y="12872"/>
                  </a:moveTo>
                  <a:cubicBezTo>
                    <a:pt x="400" y="7151"/>
                    <a:pt x="400" y="5034"/>
                    <a:pt x="0" y="1259"/>
                  </a:cubicBezTo>
                  <a:lnTo>
                    <a:pt x="6407" y="1259"/>
                  </a:lnTo>
                  <a:lnTo>
                    <a:pt x="6407" y="11213"/>
                  </a:lnTo>
                  <a:lnTo>
                    <a:pt x="6636" y="11213"/>
                  </a:lnTo>
                  <a:cubicBezTo>
                    <a:pt x="8982" y="5435"/>
                    <a:pt x="13329" y="0"/>
                    <a:pt x="19965" y="0"/>
                  </a:cubicBezTo>
                  <a:cubicBezTo>
                    <a:pt x="21510" y="0"/>
                    <a:pt x="23341" y="286"/>
                    <a:pt x="24428" y="629"/>
                  </a:cubicBezTo>
                  <a:lnTo>
                    <a:pt x="24428" y="7323"/>
                  </a:lnTo>
                  <a:cubicBezTo>
                    <a:pt x="23112" y="6922"/>
                    <a:pt x="21395" y="6693"/>
                    <a:pt x="19737" y="6693"/>
                  </a:cubicBezTo>
                  <a:cubicBezTo>
                    <a:pt x="9554" y="6693"/>
                    <a:pt x="6808" y="18077"/>
                    <a:pt x="6808" y="27460"/>
                  </a:cubicBezTo>
                  <a:lnTo>
                    <a:pt x="6808" y="53088"/>
                  </a:lnTo>
                  <a:lnTo>
                    <a:pt x="400" y="53088"/>
                  </a:lnTo>
                  <a:lnTo>
                    <a:pt x="400" y="12814"/>
                  </a:lnTo>
                  <a:lnTo>
                    <a:pt x="400" y="12814"/>
                  </a:lnTo>
                  <a:close/>
                </a:path>
              </a:pathLst>
            </a:custGeom>
            <a:solidFill>
              <a:srgbClr val="003369"/>
            </a:solidFill>
            <a:ln w="5715" cap="flat">
              <a:noFill/>
              <a:prstDash val="solid"/>
              <a:miter/>
            </a:ln>
          </p:spPr>
          <p:txBody>
            <a:bodyPr rtlCol="0" anchor="ctr"/>
            <a:lstStyle/>
            <a:p>
              <a:endParaRPr lang="de-DE"/>
            </a:p>
          </p:txBody>
        </p:sp>
        <p:sp>
          <p:nvSpPr>
            <p:cNvPr id="69" name="Freihandform: Form 68">
              <a:extLst>
                <a:ext uri="{FF2B5EF4-FFF2-40B4-BE49-F238E27FC236}">
                  <a16:creationId xmlns:a16="http://schemas.microsoft.com/office/drawing/2014/main" id="{14963723-4FA2-450F-9806-7BC257EE3CDC}"/>
                </a:ext>
              </a:extLst>
            </p:cNvPr>
            <p:cNvSpPr/>
            <p:nvPr/>
          </p:nvSpPr>
          <p:spPr>
            <a:xfrm>
              <a:off x="7176472" y="5974611"/>
              <a:ext cx="40903" cy="53202"/>
            </a:xfrm>
            <a:custGeom>
              <a:avLst/>
              <a:gdLst>
                <a:gd name="connsiteX0" fmla="*/ 40503 w 40903"/>
                <a:gd name="connsiteY0" fmla="*/ 39816 h 53202"/>
                <a:gd name="connsiteX1" fmla="*/ 40903 w 40903"/>
                <a:gd name="connsiteY1" fmla="*/ 52001 h 53202"/>
                <a:gd name="connsiteX2" fmla="*/ 34668 w 40903"/>
                <a:gd name="connsiteY2" fmla="*/ 52001 h 53202"/>
                <a:gd name="connsiteX3" fmla="*/ 34668 w 40903"/>
                <a:gd name="connsiteY3" fmla="*/ 42734 h 53202"/>
                <a:gd name="connsiteX4" fmla="*/ 34439 w 40903"/>
                <a:gd name="connsiteY4" fmla="*/ 42734 h 53202"/>
                <a:gd name="connsiteX5" fmla="*/ 17677 w 40903"/>
                <a:gd name="connsiteY5" fmla="*/ 53203 h 53202"/>
                <a:gd name="connsiteX6" fmla="*/ 0 w 40903"/>
                <a:gd name="connsiteY6" fmla="*/ 33237 h 53202"/>
                <a:gd name="connsiteX7" fmla="*/ 0 w 40903"/>
                <a:gd name="connsiteY7" fmla="*/ 57 h 53202"/>
                <a:gd name="connsiteX8" fmla="*/ 6407 w 40903"/>
                <a:gd name="connsiteY8" fmla="*/ 57 h 53202"/>
                <a:gd name="connsiteX9" fmla="*/ 6407 w 40903"/>
                <a:gd name="connsiteY9" fmla="*/ 31578 h 53202"/>
                <a:gd name="connsiteX10" fmla="*/ 18707 w 40903"/>
                <a:gd name="connsiteY10" fmla="*/ 47654 h 53202"/>
                <a:gd name="connsiteX11" fmla="*/ 34096 w 40903"/>
                <a:gd name="connsiteY11" fmla="*/ 28718 h 53202"/>
                <a:gd name="connsiteX12" fmla="*/ 34096 w 40903"/>
                <a:gd name="connsiteY12" fmla="*/ 0 h 53202"/>
                <a:gd name="connsiteX13" fmla="*/ 40503 w 40903"/>
                <a:gd name="connsiteY13" fmla="*/ 0 h 53202"/>
                <a:gd name="connsiteX14" fmla="*/ 40503 w 40903"/>
                <a:gd name="connsiteY14" fmla="*/ 39702 h 53202"/>
                <a:gd name="connsiteX15" fmla="*/ 40503 w 40903"/>
                <a:gd name="connsiteY15" fmla="*/ 39702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903" h="53202">
                  <a:moveTo>
                    <a:pt x="40503" y="39816"/>
                  </a:moveTo>
                  <a:cubicBezTo>
                    <a:pt x="40503" y="43764"/>
                    <a:pt x="40503" y="47883"/>
                    <a:pt x="40903" y="52001"/>
                  </a:cubicBezTo>
                  <a:lnTo>
                    <a:pt x="34668" y="52001"/>
                  </a:lnTo>
                  <a:lnTo>
                    <a:pt x="34668" y="42734"/>
                  </a:lnTo>
                  <a:lnTo>
                    <a:pt x="34439" y="42734"/>
                  </a:lnTo>
                  <a:cubicBezTo>
                    <a:pt x="32322" y="47425"/>
                    <a:pt x="28432" y="53203"/>
                    <a:pt x="17677" y="53203"/>
                  </a:cubicBezTo>
                  <a:cubicBezTo>
                    <a:pt x="4862" y="53203"/>
                    <a:pt x="0" y="44679"/>
                    <a:pt x="0" y="33237"/>
                  </a:cubicBezTo>
                  <a:lnTo>
                    <a:pt x="0" y="57"/>
                  </a:lnTo>
                  <a:lnTo>
                    <a:pt x="6407" y="57"/>
                  </a:lnTo>
                  <a:lnTo>
                    <a:pt x="6407" y="31578"/>
                  </a:lnTo>
                  <a:cubicBezTo>
                    <a:pt x="6407" y="41361"/>
                    <a:pt x="9839" y="47654"/>
                    <a:pt x="18707" y="47654"/>
                  </a:cubicBezTo>
                  <a:cubicBezTo>
                    <a:pt x="30434" y="47654"/>
                    <a:pt x="34096" y="37356"/>
                    <a:pt x="34096" y="28718"/>
                  </a:cubicBezTo>
                  <a:lnTo>
                    <a:pt x="34096" y="0"/>
                  </a:lnTo>
                  <a:lnTo>
                    <a:pt x="40503" y="0"/>
                  </a:lnTo>
                  <a:lnTo>
                    <a:pt x="40503" y="39702"/>
                  </a:lnTo>
                  <a:lnTo>
                    <a:pt x="40503" y="39702"/>
                  </a:lnTo>
                  <a:close/>
                </a:path>
              </a:pathLst>
            </a:custGeom>
            <a:solidFill>
              <a:srgbClr val="003369"/>
            </a:solidFill>
            <a:ln w="5715" cap="flat">
              <a:noFill/>
              <a:prstDash val="solid"/>
              <a:miter/>
            </a:ln>
          </p:spPr>
          <p:txBody>
            <a:bodyPr rtlCol="0" anchor="ctr"/>
            <a:lstStyle/>
            <a:p>
              <a:endParaRPr lang="de-DE"/>
            </a:p>
          </p:txBody>
        </p:sp>
        <p:sp>
          <p:nvSpPr>
            <p:cNvPr id="70" name="Freihandform: Form 69">
              <a:extLst>
                <a:ext uri="{FF2B5EF4-FFF2-40B4-BE49-F238E27FC236}">
                  <a16:creationId xmlns:a16="http://schemas.microsoft.com/office/drawing/2014/main" id="{AE81F160-B833-42AF-9754-581ACDFBE6B0}"/>
                </a:ext>
              </a:extLst>
            </p:cNvPr>
            <p:cNvSpPr/>
            <p:nvPr/>
          </p:nvSpPr>
          <p:spPr>
            <a:xfrm>
              <a:off x="7225155" y="5949097"/>
              <a:ext cx="30205" cy="77515"/>
            </a:xfrm>
            <a:custGeom>
              <a:avLst/>
              <a:gdLst>
                <a:gd name="connsiteX0" fmla="*/ 10469 w 30205"/>
                <a:gd name="connsiteY0" fmla="*/ 31121 h 77515"/>
                <a:gd name="connsiteX1" fmla="*/ 0 w 30205"/>
                <a:gd name="connsiteY1" fmla="*/ 31121 h 77515"/>
                <a:gd name="connsiteX2" fmla="*/ 0 w 30205"/>
                <a:gd name="connsiteY2" fmla="*/ 25629 h 77515"/>
                <a:gd name="connsiteX3" fmla="*/ 10469 w 30205"/>
                <a:gd name="connsiteY3" fmla="*/ 25629 h 77515"/>
                <a:gd name="connsiteX4" fmla="*/ 10469 w 30205"/>
                <a:gd name="connsiteY4" fmla="*/ 21853 h 77515"/>
                <a:gd name="connsiteX5" fmla="*/ 24199 w 30205"/>
                <a:gd name="connsiteY5" fmla="*/ 0 h 77515"/>
                <a:gd name="connsiteX6" fmla="*/ 30205 w 30205"/>
                <a:gd name="connsiteY6" fmla="*/ 1030 h 77515"/>
                <a:gd name="connsiteX7" fmla="*/ 29805 w 30205"/>
                <a:gd name="connsiteY7" fmla="*/ 6636 h 77515"/>
                <a:gd name="connsiteX8" fmla="*/ 24714 w 30205"/>
                <a:gd name="connsiteY8" fmla="*/ 5492 h 77515"/>
                <a:gd name="connsiteX9" fmla="*/ 16876 w 30205"/>
                <a:gd name="connsiteY9" fmla="*/ 21167 h 77515"/>
                <a:gd name="connsiteX10" fmla="*/ 16876 w 30205"/>
                <a:gd name="connsiteY10" fmla="*/ 25629 h 77515"/>
                <a:gd name="connsiteX11" fmla="*/ 28604 w 30205"/>
                <a:gd name="connsiteY11" fmla="*/ 25629 h 77515"/>
                <a:gd name="connsiteX12" fmla="*/ 28604 w 30205"/>
                <a:gd name="connsiteY12" fmla="*/ 31121 h 77515"/>
                <a:gd name="connsiteX13" fmla="*/ 16876 w 30205"/>
                <a:gd name="connsiteY13" fmla="*/ 31121 h 77515"/>
                <a:gd name="connsiteX14" fmla="*/ 16876 w 30205"/>
                <a:gd name="connsiteY14" fmla="*/ 77516 h 77515"/>
                <a:gd name="connsiteX15" fmla="*/ 10469 w 30205"/>
                <a:gd name="connsiteY15" fmla="*/ 77516 h 77515"/>
                <a:gd name="connsiteX16" fmla="*/ 10469 w 30205"/>
                <a:gd name="connsiteY16" fmla="*/ 31121 h 77515"/>
                <a:gd name="connsiteX17" fmla="*/ 10469 w 30205"/>
                <a:gd name="connsiteY17" fmla="*/ 31121 h 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205" h="77515">
                  <a:moveTo>
                    <a:pt x="10469" y="31121"/>
                  </a:moveTo>
                  <a:lnTo>
                    <a:pt x="0" y="31121"/>
                  </a:lnTo>
                  <a:lnTo>
                    <a:pt x="0" y="25629"/>
                  </a:lnTo>
                  <a:lnTo>
                    <a:pt x="10469" y="25629"/>
                  </a:lnTo>
                  <a:lnTo>
                    <a:pt x="10469" y="21853"/>
                  </a:lnTo>
                  <a:cubicBezTo>
                    <a:pt x="10469" y="10984"/>
                    <a:pt x="10869" y="0"/>
                    <a:pt x="24199" y="0"/>
                  </a:cubicBezTo>
                  <a:cubicBezTo>
                    <a:pt x="26258" y="0"/>
                    <a:pt x="29004" y="286"/>
                    <a:pt x="30205" y="1030"/>
                  </a:cubicBezTo>
                  <a:lnTo>
                    <a:pt x="29805" y="6636"/>
                  </a:lnTo>
                  <a:cubicBezTo>
                    <a:pt x="28489" y="5950"/>
                    <a:pt x="26544" y="5492"/>
                    <a:pt x="24714" y="5492"/>
                  </a:cubicBezTo>
                  <a:cubicBezTo>
                    <a:pt x="15961" y="5492"/>
                    <a:pt x="16876" y="14931"/>
                    <a:pt x="16876" y="21167"/>
                  </a:cubicBezTo>
                  <a:lnTo>
                    <a:pt x="16876" y="25629"/>
                  </a:lnTo>
                  <a:lnTo>
                    <a:pt x="28604" y="25629"/>
                  </a:lnTo>
                  <a:lnTo>
                    <a:pt x="28604" y="31121"/>
                  </a:lnTo>
                  <a:lnTo>
                    <a:pt x="16876" y="31121"/>
                  </a:lnTo>
                  <a:lnTo>
                    <a:pt x="16876" y="77516"/>
                  </a:lnTo>
                  <a:lnTo>
                    <a:pt x="10469" y="77516"/>
                  </a:lnTo>
                  <a:lnTo>
                    <a:pt x="10469" y="31121"/>
                  </a:lnTo>
                  <a:lnTo>
                    <a:pt x="10469" y="31121"/>
                  </a:lnTo>
                  <a:close/>
                </a:path>
              </a:pathLst>
            </a:custGeom>
            <a:solidFill>
              <a:srgbClr val="003369"/>
            </a:solidFill>
            <a:ln w="5715" cap="flat">
              <a:no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2A13BE85-ABA0-43B2-B983-C91488FA3AAB}"/>
                </a:ext>
              </a:extLst>
            </p:cNvPr>
            <p:cNvSpPr/>
            <p:nvPr/>
          </p:nvSpPr>
          <p:spPr>
            <a:xfrm>
              <a:off x="7259480" y="5973467"/>
              <a:ext cx="32665" cy="54346"/>
            </a:xfrm>
            <a:custGeom>
              <a:avLst/>
              <a:gdLst>
                <a:gd name="connsiteX0" fmla="*/ 686 w 32665"/>
                <a:gd name="connsiteY0" fmla="*/ 45594 h 54346"/>
                <a:gd name="connsiteX1" fmla="*/ 14245 w 32665"/>
                <a:gd name="connsiteY1" fmla="*/ 48855 h 54346"/>
                <a:gd name="connsiteX2" fmla="*/ 25743 w 32665"/>
                <a:gd name="connsiteY2" fmla="*/ 39587 h 54346"/>
                <a:gd name="connsiteX3" fmla="*/ 801 w 32665"/>
                <a:gd name="connsiteY3" fmla="*/ 14130 h 54346"/>
                <a:gd name="connsiteX4" fmla="*/ 17677 w 32665"/>
                <a:gd name="connsiteY4" fmla="*/ 0 h 54346"/>
                <a:gd name="connsiteX5" fmla="*/ 30492 w 32665"/>
                <a:gd name="connsiteY5" fmla="*/ 2345 h 54346"/>
                <a:gd name="connsiteX6" fmla="*/ 29862 w 32665"/>
                <a:gd name="connsiteY6" fmla="*/ 7952 h 54346"/>
                <a:gd name="connsiteX7" fmla="*/ 18363 w 32665"/>
                <a:gd name="connsiteY7" fmla="*/ 5492 h 54346"/>
                <a:gd name="connsiteX8" fmla="*/ 7151 w 32665"/>
                <a:gd name="connsiteY8" fmla="*/ 14130 h 54346"/>
                <a:gd name="connsiteX9" fmla="*/ 32665 w 32665"/>
                <a:gd name="connsiteY9" fmla="*/ 39587 h 54346"/>
                <a:gd name="connsiteX10" fmla="*/ 14531 w 32665"/>
                <a:gd name="connsiteY10" fmla="*/ 54347 h 54346"/>
                <a:gd name="connsiteX11" fmla="*/ 0 w 32665"/>
                <a:gd name="connsiteY11" fmla="*/ 51887 h 54346"/>
                <a:gd name="connsiteX12" fmla="*/ 629 w 32665"/>
                <a:gd name="connsiteY12" fmla="*/ 45594 h 54346"/>
                <a:gd name="connsiteX13" fmla="*/ 629 w 32665"/>
                <a:gd name="connsiteY13" fmla="*/ 45594 h 5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65" h="54346">
                  <a:moveTo>
                    <a:pt x="686" y="45594"/>
                  </a:moveTo>
                  <a:cubicBezTo>
                    <a:pt x="4577" y="47539"/>
                    <a:pt x="9210" y="48855"/>
                    <a:pt x="14245" y="48855"/>
                  </a:cubicBezTo>
                  <a:cubicBezTo>
                    <a:pt x="20366" y="48855"/>
                    <a:pt x="25743" y="45480"/>
                    <a:pt x="25743" y="39587"/>
                  </a:cubicBezTo>
                  <a:cubicBezTo>
                    <a:pt x="25743" y="27288"/>
                    <a:pt x="801" y="29233"/>
                    <a:pt x="801" y="14130"/>
                  </a:cubicBezTo>
                  <a:cubicBezTo>
                    <a:pt x="801" y="3833"/>
                    <a:pt x="9153" y="0"/>
                    <a:pt x="17677" y="0"/>
                  </a:cubicBezTo>
                  <a:cubicBezTo>
                    <a:pt x="20423" y="0"/>
                    <a:pt x="25915" y="629"/>
                    <a:pt x="30492" y="2345"/>
                  </a:cubicBezTo>
                  <a:lnTo>
                    <a:pt x="29862" y="7952"/>
                  </a:lnTo>
                  <a:cubicBezTo>
                    <a:pt x="26487" y="6407"/>
                    <a:pt x="21910" y="5492"/>
                    <a:pt x="18363" y="5492"/>
                  </a:cubicBezTo>
                  <a:cubicBezTo>
                    <a:pt x="11727" y="5492"/>
                    <a:pt x="7151" y="7551"/>
                    <a:pt x="7151" y="14130"/>
                  </a:cubicBezTo>
                  <a:cubicBezTo>
                    <a:pt x="7151" y="23798"/>
                    <a:pt x="32665" y="22597"/>
                    <a:pt x="32665" y="39587"/>
                  </a:cubicBezTo>
                  <a:cubicBezTo>
                    <a:pt x="32665" y="50571"/>
                    <a:pt x="22368" y="54347"/>
                    <a:pt x="14531" y="54347"/>
                  </a:cubicBezTo>
                  <a:cubicBezTo>
                    <a:pt x="9554" y="54347"/>
                    <a:pt x="4577" y="53718"/>
                    <a:pt x="0" y="51887"/>
                  </a:cubicBezTo>
                  <a:lnTo>
                    <a:pt x="629" y="45594"/>
                  </a:lnTo>
                  <a:lnTo>
                    <a:pt x="629" y="45594"/>
                  </a:lnTo>
                  <a:close/>
                </a:path>
              </a:pathLst>
            </a:custGeom>
            <a:solidFill>
              <a:srgbClr val="003369"/>
            </a:solidFill>
            <a:ln w="5715" cap="flat">
              <a:no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BB3E1A55-2089-4564-ACD7-4E687AF56F99}"/>
                </a:ext>
              </a:extLst>
            </p:cNvPr>
            <p:cNvSpPr/>
            <p:nvPr/>
          </p:nvSpPr>
          <p:spPr>
            <a:xfrm>
              <a:off x="7301241" y="5950298"/>
              <a:ext cx="44221" cy="77573"/>
            </a:xfrm>
            <a:custGeom>
              <a:avLst/>
              <a:gdLst>
                <a:gd name="connsiteX0" fmla="*/ 21796 w 44221"/>
                <a:gd name="connsiteY0" fmla="*/ 28718 h 77573"/>
                <a:gd name="connsiteX1" fmla="*/ 6407 w 44221"/>
                <a:gd name="connsiteY1" fmla="*/ 50400 h 77573"/>
                <a:gd name="connsiteX2" fmla="*/ 21796 w 44221"/>
                <a:gd name="connsiteY2" fmla="*/ 72081 h 77573"/>
                <a:gd name="connsiteX3" fmla="*/ 37185 w 44221"/>
                <a:gd name="connsiteY3" fmla="*/ 50400 h 77573"/>
                <a:gd name="connsiteX4" fmla="*/ 21796 w 44221"/>
                <a:gd name="connsiteY4" fmla="*/ 28718 h 77573"/>
                <a:gd name="connsiteX5" fmla="*/ 21796 w 44221"/>
                <a:gd name="connsiteY5" fmla="*/ 28718 h 77573"/>
                <a:gd name="connsiteX6" fmla="*/ 0 w 44221"/>
                <a:gd name="connsiteY6" fmla="*/ 0 h 77573"/>
                <a:gd name="connsiteX7" fmla="*/ 6407 w 44221"/>
                <a:gd name="connsiteY7" fmla="*/ 0 h 77573"/>
                <a:gd name="connsiteX8" fmla="*/ 6407 w 44221"/>
                <a:gd name="connsiteY8" fmla="*/ 33180 h 77573"/>
                <a:gd name="connsiteX9" fmla="*/ 6636 w 44221"/>
                <a:gd name="connsiteY9" fmla="*/ 33180 h 77573"/>
                <a:gd name="connsiteX10" fmla="*/ 22826 w 44221"/>
                <a:gd name="connsiteY10" fmla="*/ 23226 h 77573"/>
                <a:gd name="connsiteX11" fmla="*/ 44221 w 44221"/>
                <a:gd name="connsiteY11" fmla="*/ 50400 h 77573"/>
                <a:gd name="connsiteX12" fmla="*/ 22826 w 44221"/>
                <a:gd name="connsiteY12" fmla="*/ 77573 h 77573"/>
                <a:gd name="connsiteX13" fmla="*/ 6636 w 44221"/>
                <a:gd name="connsiteY13" fmla="*/ 68134 h 77573"/>
                <a:gd name="connsiteX14" fmla="*/ 6407 w 44221"/>
                <a:gd name="connsiteY14" fmla="*/ 68134 h 77573"/>
                <a:gd name="connsiteX15" fmla="*/ 6407 w 44221"/>
                <a:gd name="connsiteY15" fmla="*/ 76372 h 77573"/>
                <a:gd name="connsiteX16" fmla="*/ 0 w 44221"/>
                <a:gd name="connsiteY16" fmla="*/ 76372 h 77573"/>
                <a:gd name="connsiteX17" fmla="*/ 0 w 44221"/>
                <a:gd name="connsiteY17" fmla="*/ 57 h 77573"/>
                <a:gd name="connsiteX18" fmla="*/ 0 w 44221"/>
                <a:gd name="connsiteY18" fmla="*/ 57 h 7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221" h="77573">
                  <a:moveTo>
                    <a:pt x="21796" y="28718"/>
                  </a:moveTo>
                  <a:cubicBezTo>
                    <a:pt x="10069" y="28718"/>
                    <a:pt x="6407" y="40903"/>
                    <a:pt x="6407" y="50400"/>
                  </a:cubicBezTo>
                  <a:cubicBezTo>
                    <a:pt x="6407" y="59896"/>
                    <a:pt x="10354" y="72081"/>
                    <a:pt x="21796" y="72081"/>
                  </a:cubicBezTo>
                  <a:cubicBezTo>
                    <a:pt x="33981" y="72081"/>
                    <a:pt x="37185" y="60468"/>
                    <a:pt x="37185" y="50400"/>
                  </a:cubicBezTo>
                  <a:cubicBezTo>
                    <a:pt x="37185" y="40331"/>
                    <a:pt x="34038" y="28718"/>
                    <a:pt x="21796" y="28718"/>
                  </a:cubicBezTo>
                  <a:lnTo>
                    <a:pt x="21796" y="28718"/>
                  </a:lnTo>
                  <a:close/>
                  <a:moveTo>
                    <a:pt x="0" y="0"/>
                  </a:moveTo>
                  <a:lnTo>
                    <a:pt x="6407" y="0"/>
                  </a:lnTo>
                  <a:lnTo>
                    <a:pt x="6407" y="33180"/>
                  </a:lnTo>
                  <a:lnTo>
                    <a:pt x="6636" y="33180"/>
                  </a:lnTo>
                  <a:cubicBezTo>
                    <a:pt x="7551" y="30663"/>
                    <a:pt x="12643" y="23226"/>
                    <a:pt x="22826" y="23226"/>
                  </a:cubicBezTo>
                  <a:cubicBezTo>
                    <a:pt x="38100" y="23226"/>
                    <a:pt x="44221" y="34610"/>
                    <a:pt x="44221" y="50400"/>
                  </a:cubicBezTo>
                  <a:cubicBezTo>
                    <a:pt x="44221" y="66189"/>
                    <a:pt x="37070" y="77573"/>
                    <a:pt x="22826" y="77573"/>
                  </a:cubicBezTo>
                  <a:cubicBezTo>
                    <a:pt x="15389" y="77573"/>
                    <a:pt x="10126" y="74713"/>
                    <a:pt x="6636" y="68134"/>
                  </a:cubicBezTo>
                  <a:lnTo>
                    <a:pt x="6407" y="68134"/>
                  </a:lnTo>
                  <a:lnTo>
                    <a:pt x="6407" y="76372"/>
                  </a:lnTo>
                  <a:lnTo>
                    <a:pt x="0" y="76372"/>
                  </a:lnTo>
                  <a:lnTo>
                    <a:pt x="0" y="57"/>
                  </a:lnTo>
                  <a:lnTo>
                    <a:pt x="0" y="57"/>
                  </a:lnTo>
                  <a:close/>
                </a:path>
              </a:pathLst>
            </a:custGeom>
            <a:solidFill>
              <a:srgbClr val="003369"/>
            </a:solidFill>
            <a:ln w="5715" cap="flat">
              <a:noFill/>
              <a:prstDash val="solid"/>
              <a:miter/>
            </a:ln>
          </p:spPr>
          <p:txBody>
            <a:bodyPr rtlCol="0" anchor="ctr"/>
            <a:lstStyle/>
            <a:p>
              <a:endParaRPr lang="de-DE"/>
            </a:p>
          </p:txBody>
        </p:sp>
        <p:sp>
          <p:nvSpPr>
            <p:cNvPr id="73" name="Freihandform: Form 72">
              <a:extLst>
                <a:ext uri="{FF2B5EF4-FFF2-40B4-BE49-F238E27FC236}">
                  <a16:creationId xmlns:a16="http://schemas.microsoft.com/office/drawing/2014/main" id="{FD7D31C8-59ED-4228-9751-534FBBF9AAD5}"/>
                </a:ext>
              </a:extLst>
            </p:cNvPr>
            <p:cNvSpPr/>
            <p:nvPr/>
          </p:nvSpPr>
          <p:spPr>
            <a:xfrm>
              <a:off x="7356675" y="5952358"/>
              <a:ext cx="6407" cy="74255"/>
            </a:xfrm>
            <a:custGeom>
              <a:avLst/>
              <a:gdLst>
                <a:gd name="connsiteX0" fmla="*/ 0 w 6407"/>
                <a:gd name="connsiteY0" fmla="*/ 22368 h 74255"/>
                <a:gd name="connsiteX1" fmla="*/ 6407 w 6407"/>
                <a:gd name="connsiteY1" fmla="*/ 22368 h 74255"/>
                <a:gd name="connsiteX2" fmla="*/ 6407 w 6407"/>
                <a:gd name="connsiteY2" fmla="*/ 74255 h 74255"/>
                <a:gd name="connsiteX3" fmla="*/ 0 w 6407"/>
                <a:gd name="connsiteY3" fmla="*/ 74255 h 74255"/>
                <a:gd name="connsiteX4" fmla="*/ 0 w 6407"/>
                <a:gd name="connsiteY4" fmla="*/ 22368 h 74255"/>
                <a:gd name="connsiteX5" fmla="*/ 0 w 6407"/>
                <a:gd name="connsiteY5" fmla="*/ 22368 h 74255"/>
                <a:gd name="connsiteX6" fmla="*/ 6407 w 6407"/>
                <a:gd name="connsiteY6" fmla="*/ 8524 h 74255"/>
                <a:gd name="connsiteX7" fmla="*/ 0 w 6407"/>
                <a:gd name="connsiteY7" fmla="*/ 8524 h 74255"/>
                <a:gd name="connsiteX8" fmla="*/ 0 w 6407"/>
                <a:gd name="connsiteY8" fmla="*/ 0 h 74255"/>
                <a:gd name="connsiteX9" fmla="*/ 6407 w 6407"/>
                <a:gd name="connsiteY9" fmla="*/ 0 h 74255"/>
                <a:gd name="connsiteX10" fmla="*/ 6407 w 6407"/>
                <a:gd name="connsiteY10" fmla="*/ 8524 h 74255"/>
                <a:gd name="connsiteX11" fmla="*/ 6407 w 6407"/>
                <a:gd name="connsiteY11" fmla="*/ 8524 h 7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7" h="74255">
                  <a:moveTo>
                    <a:pt x="0" y="22368"/>
                  </a:moveTo>
                  <a:lnTo>
                    <a:pt x="6407" y="22368"/>
                  </a:lnTo>
                  <a:lnTo>
                    <a:pt x="6407" y="74255"/>
                  </a:lnTo>
                  <a:lnTo>
                    <a:pt x="0" y="74255"/>
                  </a:lnTo>
                  <a:lnTo>
                    <a:pt x="0" y="22368"/>
                  </a:lnTo>
                  <a:lnTo>
                    <a:pt x="0" y="22368"/>
                  </a:lnTo>
                  <a:close/>
                  <a:moveTo>
                    <a:pt x="6407" y="8524"/>
                  </a:moveTo>
                  <a:lnTo>
                    <a:pt x="0" y="8524"/>
                  </a:lnTo>
                  <a:lnTo>
                    <a:pt x="0" y="0"/>
                  </a:lnTo>
                  <a:lnTo>
                    <a:pt x="6407" y="0"/>
                  </a:lnTo>
                  <a:lnTo>
                    <a:pt x="6407" y="8524"/>
                  </a:lnTo>
                  <a:lnTo>
                    <a:pt x="6407" y="8524"/>
                  </a:lnTo>
                  <a:close/>
                </a:path>
              </a:pathLst>
            </a:custGeom>
            <a:solidFill>
              <a:srgbClr val="003369"/>
            </a:solidFill>
            <a:ln w="5715" cap="flat">
              <a:noFill/>
              <a:prstDash val="solid"/>
              <a:miter/>
            </a:ln>
          </p:spPr>
          <p:txBody>
            <a:bodyPr rtlCol="0" anchor="ctr"/>
            <a:lstStyle/>
            <a:p>
              <a:endParaRPr lang="de-DE"/>
            </a:p>
          </p:txBody>
        </p:sp>
        <p:sp>
          <p:nvSpPr>
            <p:cNvPr id="74" name="Freihandform: Form 73">
              <a:extLst>
                <a:ext uri="{FF2B5EF4-FFF2-40B4-BE49-F238E27FC236}">
                  <a16:creationId xmlns:a16="http://schemas.microsoft.com/office/drawing/2014/main" id="{989DBAED-B993-4C36-95D4-44DCE1BC73FD}"/>
                </a:ext>
              </a:extLst>
            </p:cNvPr>
            <p:cNvSpPr/>
            <p:nvPr/>
          </p:nvSpPr>
          <p:spPr>
            <a:xfrm>
              <a:off x="7376640" y="5950298"/>
              <a:ext cx="6407" cy="76314"/>
            </a:xfrm>
            <a:custGeom>
              <a:avLst/>
              <a:gdLst>
                <a:gd name="connsiteX0" fmla="*/ 0 w 6407"/>
                <a:gd name="connsiteY0" fmla="*/ 0 h 76314"/>
                <a:gd name="connsiteX1" fmla="*/ 6407 w 6407"/>
                <a:gd name="connsiteY1" fmla="*/ 0 h 76314"/>
                <a:gd name="connsiteX2" fmla="*/ 6407 w 6407"/>
                <a:gd name="connsiteY2" fmla="*/ 76315 h 76314"/>
                <a:gd name="connsiteX3" fmla="*/ 0 w 6407"/>
                <a:gd name="connsiteY3" fmla="*/ 76315 h 76314"/>
                <a:gd name="connsiteX4" fmla="*/ 0 w 6407"/>
                <a:gd name="connsiteY4" fmla="*/ 0 h 76314"/>
                <a:gd name="connsiteX5" fmla="*/ 0 w 6407"/>
                <a:gd name="connsiteY5" fmla="*/ 0 h 76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7" h="76314">
                  <a:moveTo>
                    <a:pt x="0" y="0"/>
                  </a:moveTo>
                  <a:lnTo>
                    <a:pt x="6407" y="0"/>
                  </a:lnTo>
                  <a:lnTo>
                    <a:pt x="6407" y="76315"/>
                  </a:lnTo>
                  <a:lnTo>
                    <a:pt x="0" y="76315"/>
                  </a:lnTo>
                  <a:lnTo>
                    <a:pt x="0" y="0"/>
                  </a:lnTo>
                  <a:lnTo>
                    <a:pt x="0" y="0"/>
                  </a:lnTo>
                  <a:close/>
                </a:path>
              </a:pathLst>
            </a:custGeom>
            <a:solidFill>
              <a:srgbClr val="003369"/>
            </a:solidFill>
            <a:ln w="5715" cap="flat">
              <a:noFill/>
              <a:prstDash val="solid"/>
              <a:miter/>
            </a:ln>
          </p:spPr>
          <p:txBody>
            <a:bodyPr rtlCol="0" anchor="ctr"/>
            <a:lstStyle/>
            <a:p>
              <a:endParaRPr lang="de-DE"/>
            </a:p>
          </p:txBody>
        </p:sp>
        <p:sp>
          <p:nvSpPr>
            <p:cNvPr id="75" name="Freihandform: Form 74">
              <a:extLst>
                <a:ext uri="{FF2B5EF4-FFF2-40B4-BE49-F238E27FC236}">
                  <a16:creationId xmlns:a16="http://schemas.microsoft.com/office/drawing/2014/main" id="{568AA831-F176-4F21-B3DA-423F55EA1254}"/>
                </a:ext>
              </a:extLst>
            </p:cNvPr>
            <p:cNvSpPr/>
            <p:nvPr/>
          </p:nvSpPr>
          <p:spPr>
            <a:xfrm>
              <a:off x="7394260" y="5950241"/>
              <a:ext cx="44163" cy="77573"/>
            </a:xfrm>
            <a:custGeom>
              <a:avLst/>
              <a:gdLst>
                <a:gd name="connsiteX0" fmla="*/ 22368 w 44163"/>
                <a:gd name="connsiteY0" fmla="*/ 72081 h 77573"/>
                <a:gd name="connsiteX1" fmla="*/ 37757 w 44163"/>
                <a:gd name="connsiteY1" fmla="*/ 50400 h 77573"/>
                <a:gd name="connsiteX2" fmla="*/ 22368 w 44163"/>
                <a:gd name="connsiteY2" fmla="*/ 28718 h 77573"/>
                <a:gd name="connsiteX3" fmla="*/ 6979 w 44163"/>
                <a:gd name="connsiteY3" fmla="*/ 50400 h 77573"/>
                <a:gd name="connsiteX4" fmla="*/ 22368 w 44163"/>
                <a:gd name="connsiteY4" fmla="*/ 72081 h 77573"/>
                <a:gd name="connsiteX5" fmla="*/ 22368 w 44163"/>
                <a:gd name="connsiteY5" fmla="*/ 72081 h 77573"/>
                <a:gd name="connsiteX6" fmla="*/ 44164 w 44163"/>
                <a:gd name="connsiteY6" fmla="*/ 76372 h 77573"/>
                <a:gd name="connsiteX7" fmla="*/ 37757 w 44163"/>
                <a:gd name="connsiteY7" fmla="*/ 76372 h 77573"/>
                <a:gd name="connsiteX8" fmla="*/ 37757 w 44163"/>
                <a:gd name="connsiteY8" fmla="*/ 68134 h 77573"/>
                <a:gd name="connsiteX9" fmla="*/ 37528 w 44163"/>
                <a:gd name="connsiteY9" fmla="*/ 68134 h 77573"/>
                <a:gd name="connsiteX10" fmla="*/ 21338 w 44163"/>
                <a:gd name="connsiteY10" fmla="*/ 77573 h 77573"/>
                <a:gd name="connsiteX11" fmla="*/ 0 w 44163"/>
                <a:gd name="connsiteY11" fmla="*/ 50400 h 77573"/>
                <a:gd name="connsiteX12" fmla="*/ 21338 w 44163"/>
                <a:gd name="connsiteY12" fmla="*/ 23226 h 77573"/>
                <a:gd name="connsiteX13" fmla="*/ 37528 w 44163"/>
                <a:gd name="connsiteY13" fmla="*/ 33180 h 77573"/>
                <a:gd name="connsiteX14" fmla="*/ 37757 w 44163"/>
                <a:gd name="connsiteY14" fmla="*/ 33180 h 77573"/>
                <a:gd name="connsiteX15" fmla="*/ 37757 w 44163"/>
                <a:gd name="connsiteY15" fmla="*/ 0 h 77573"/>
                <a:gd name="connsiteX16" fmla="*/ 44164 w 44163"/>
                <a:gd name="connsiteY16" fmla="*/ 0 h 77573"/>
                <a:gd name="connsiteX17" fmla="*/ 44164 w 44163"/>
                <a:gd name="connsiteY17" fmla="*/ 76314 h 77573"/>
                <a:gd name="connsiteX18" fmla="*/ 44164 w 44163"/>
                <a:gd name="connsiteY18" fmla="*/ 76314 h 77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163" h="77573">
                  <a:moveTo>
                    <a:pt x="22368" y="72081"/>
                  </a:moveTo>
                  <a:cubicBezTo>
                    <a:pt x="33752" y="72081"/>
                    <a:pt x="37757" y="59896"/>
                    <a:pt x="37757" y="50400"/>
                  </a:cubicBezTo>
                  <a:cubicBezTo>
                    <a:pt x="37757" y="40903"/>
                    <a:pt x="33809" y="28718"/>
                    <a:pt x="22368" y="28718"/>
                  </a:cubicBezTo>
                  <a:cubicBezTo>
                    <a:pt x="10183" y="28718"/>
                    <a:pt x="6979" y="40331"/>
                    <a:pt x="6979" y="50400"/>
                  </a:cubicBezTo>
                  <a:cubicBezTo>
                    <a:pt x="6979" y="60468"/>
                    <a:pt x="10126" y="72081"/>
                    <a:pt x="22368" y="72081"/>
                  </a:cubicBezTo>
                  <a:lnTo>
                    <a:pt x="22368" y="72081"/>
                  </a:lnTo>
                  <a:close/>
                  <a:moveTo>
                    <a:pt x="44164" y="76372"/>
                  </a:moveTo>
                  <a:lnTo>
                    <a:pt x="37757" y="76372"/>
                  </a:lnTo>
                  <a:lnTo>
                    <a:pt x="37757" y="68134"/>
                  </a:lnTo>
                  <a:lnTo>
                    <a:pt x="37528" y="68134"/>
                  </a:lnTo>
                  <a:cubicBezTo>
                    <a:pt x="34096" y="74770"/>
                    <a:pt x="28775" y="77573"/>
                    <a:pt x="21338" y="77573"/>
                  </a:cubicBezTo>
                  <a:cubicBezTo>
                    <a:pt x="7094" y="77573"/>
                    <a:pt x="0" y="65788"/>
                    <a:pt x="0" y="50400"/>
                  </a:cubicBezTo>
                  <a:cubicBezTo>
                    <a:pt x="0" y="35011"/>
                    <a:pt x="6121" y="23226"/>
                    <a:pt x="21338" y="23226"/>
                  </a:cubicBezTo>
                  <a:cubicBezTo>
                    <a:pt x="31521" y="23226"/>
                    <a:pt x="36612" y="30663"/>
                    <a:pt x="37528" y="33180"/>
                  </a:cubicBezTo>
                  <a:lnTo>
                    <a:pt x="37757" y="33180"/>
                  </a:lnTo>
                  <a:lnTo>
                    <a:pt x="37757" y="0"/>
                  </a:lnTo>
                  <a:lnTo>
                    <a:pt x="44164" y="0"/>
                  </a:lnTo>
                  <a:lnTo>
                    <a:pt x="44164" y="76314"/>
                  </a:lnTo>
                  <a:lnTo>
                    <a:pt x="44164" y="76314"/>
                  </a:lnTo>
                  <a:close/>
                </a:path>
              </a:pathLst>
            </a:custGeom>
            <a:solidFill>
              <a:srgbClr val="003369"/>
            </a:solidFill>
            <a:ln w="5715" cap="flat">
              <a:no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99666320-229F-4B34-8AA6-70B84AB66FBA}"/>
                </a:ext>
              </a:extLst>
            </p:cNvPr>
            <p:cNvSpPr/>
            <p:nvPr/>
          </p:nvSpPr>
          <p:spPr>
            <a:xfrm>
              <a:off x="7451753" y="5974611"/>
              <a:ext cx="40846" cy="53202"/>
            </a:xfrm>
            <a:custGeom>
              <a:avLst/>
              <a:gdLst>
                <a:gd name="connsiteX0" fmla="*/ 40446 w 40846"/>
                <a:gd name="connsiteY0" fmla="*/ 39816 h 53202"/>
                <a:gd name="connsiteX1" fmla="*/ 40846 w 40846"/>
                <a:gd name="connsiteY1" fmla="*/ 52001 h 53202"/>
                <a:gd name="connsiteX2" fmla="*/ 34668 w 40846"/>
                <a:gd name="connsiteY2" fmla="*/ 52001 h 53202"/>
                <a:gd name="connsiteX3" fmla="*/ 34668 w 40846"/>
                <a:gd name="connsiteY3" fmla="*/ 42734 h 53202"/>
                <a:gd name="connsiteX4" fmla="*/ 34439 w 40846"/>
                <a:gd name="connsiteY4" fmla="*/ 42734 h 53202"/>
                <a:gd name="connsiteX5" fmla="*/ 17677 w 40846"/>
                <a:gd name="connsiteY5" fmla="*/ 53203 h 53202"/>
                <a:gd name="connsiteX6" fmla="*/ 0 w 40846"/>
                <a:gd name="connsiteY6" fmla="*/ 33237 h 53202"/>
                <a:gd name="connsiteX7" fmla="*/ 0 w 40846"/>
                <a:gd name="connsiteY7" fmla="*/ 57 h 53202"/>
                <a:gd name="connsiteX8" fmla="*/ 6407 w 40846"/>
                <a:gd name="connsiteY8" fmla="*/ 57 h 53202"/>
                <a:gd name="connsiteX9" fmla="*/ 6407 w 40846"/>
                <a:gd name="connsiteY9" fmla="*/ 31578 h 53202"/>
                <a:gd name="connsiteX10" fmla="*/ 18707 w 40846"/>
                <a:gd name="connsiteY10" fmla="*/ 47654 h 53202"/>
                <a:gd name="connsiteX11" fmla="*/ 34096 w 40846"/>
                <a:gd name="connsiteY11" fmla="*/ 28718 h 53202"/>
                <a:gd name="connsiteX12" fmla="*/ 34096 w 40846"/>
                <a:gd name="connsiteY12" fmla="*/ 0 h 53202"/>
                <a:gd name="connsiteX13" fmla="*/ 40503 w 40846"/>
                <a:gd name="connsiteY13" fmla="*/ 0 h 53202"/>
                <a:gd name="connsiteX14" fmla="*/ 40503 w 40846"/>
                <a:gd name="connsiteY14" fmla="*/ 39702 h 53202"/>
                <a:gd name="connsiteX15" fmla="*/ 40503 w 40846"/>
                <a:gd name="connsiteY15" fmla="*/ 39702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846" h="53202">
                  <a:moveTo>
                    <a:pt x="40446" y="39816"/>
                  </a:moveTo>
                  <a:cubicBezTo>
                    <a:pt x="40446" y="43764"/>
                    <a:pt x="40446" y="47883"/>
                    <a:pt x="40846" y="52001"/>
                  </a:cubicBezTo>
                  <a:lnTo>
                    <a:pt x="34668" y="52001"/>
                  </a:lnTo>
                  <a:lnTo>
                    <a:pt x="34668" y="42734"/>
                  </a:lnTo>
                  <a:lnTo>
                    <a:pt x="34439" y="42734"/>
                  </a:lnTo>
                  <a:cubicBezTo>
                    <a:pt x="32322" y="47425"/>
                    <a:pt x="28432" y="53203"/>
                    <a:pt x="17677" y="53203"/>
                  </a:cubicBezTo>
                  <a:cubicBezTo>
                    <a:pt x="4862" y="53203"/>
                    <a:pt x="0" y="44679"/>
                    <a:pt x="0" y="33237"/>
                  </a:cubicBezTo>
                  <a:lnTo>
                    <a:pt x="0" y="57"/>
                  </a:lnTo>
                  <a:lnTo>
                    <a:pt x="6407" y="57"/>
                  </a:lnTo>
                  <a:lnTo>
                    <a:pt x="6407" y="31578"/>
                  </a:lnTo>
                  <a:cubicBezTo>
                    <a:pt x="6407" y="41361"/>
                    <a:pt x="9840" y="47654"/>
                    <a:pt x="18707" y="47654"/>
                  </a:cubicBezTo>
                  <a:cubicBezTo>
                    <a:pt x="30434" y="47654"/>
                    <a:pt x="34096" y="37356"/>
                    <a:pt x="34096" y="28718"/>
                  </a:cubicBezTo>
                  <a:lnTo>
                    <a:pt x="34096" y="0"/>
                  </a:lnTo>
                  <a:lnTo>
                    <a:pt x="40503" y="0"/>
                  </a:lnTo>
                  <a:lnTo>
                    <a:pt x="40503" y="39702"/>
                  </a:lnTo>
                  <a:lnTo>
                    <a:pt x="40503" y="39702"/>
                  </a:lnTo>
                  <a:close/>
                </a:path>
              </a:pathLst>
            </a:custGeom>
            <a:solidFill>
              <a:srgbClr val="003369"/>
            </a:solidFill>
            <a:ln w="5715" cap="flat">
              <a:no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5961A1F8-BD3B-46A6-9AAA-7854F3428648}"/>
                </a:ext>
              </a:extLst>
            </p:cNvPr>
            <p:cNvSpPr/>
            <p:nvPr/>
          </p:nvSpPr>
          <p:spPr>
            <a:xfrm>
              <a:off x="7505528" y="5973524"/>
              <a:ext cx="40845" cy="53202"/>
            </a:xfrm>
            <a:custGeom>
              <a:avLst/>
              <a:gdLst>
                <a:gd name="connsiteX0" fmla="*/ 400 w 40845"/>
                <a:gd name="connsiteY0" fmla="*/ 13386 h 53202"/>
                <a:gd name="connsiteX1" fmla="*/ 0 w 40845"/>
                <a:gd name="connsiteY1" fmla="*/ 1201 h 53202"/>
                <a:gd name="connsiteX2" fmla="*/ 6178 w 40845"/>
                <a:gd name="connsiteY2" fmla="*/ 1201 h 53202"/>
                <a:gd name="connsiteX3" fmla="*/ 6178 w 40845"/>
                <a:gd name="connsiteY3" fmla="*/ 10469 h 53202"/>
                <a:gd name="connsiteX4" fmla="*/ 6407 w 40845"/>
                <a:gd name="connsiteY4" fmla="*/ 10469 h 53202"/>
                <a:gd name="connsiteX5" fmla="*/ 23169 w 40845"/>
                <a:gd name="connsiteY5" fmla="*/ 0 h 53202"/>
                <a:gd name="connsiteX6" fmla="*/ 40846 w 40845"/>
                <a:gd name="connsiteY6" fmla="*/ 19965 h 53202"/>
                <a:gd name="connsiteX7" fmla="*/ 40846 w 40845"/>
                <a:gd name="connsiteY7" fmla="*/ 53146 h 53202"/>
                <a:gd name="connsiteX8" fmla="*/ 34439 w 40845"/>
                <a:gd name="connsiteY8" fmla="*/ 53146 h 53202"/>
                <a:gd name="connsiteX9" fmla="*/ 34439 w 40845"/>
                <a:gd name="connsiteY9" fmla="*/ 21624 h 53202"/>
                <a:gd name="connsiteX10" fmla="*/ 22139 w 40845"/>
                <a:gd name="connsiteY10" fmla="*/ 5549 h 53202"/>
                <a:gd name="connsiteX11" fmla="*/ 6750 w 40845"/>
                <a:gd name="connsiteY11" fmla="*/ 24485 h 53202"/>
                <a:gd name="connsiteX12" fmla="*/ 6750 w 40845"/>
                <a:gd name="connsiteY12" fmla="*/ 53203 h 53202"/>
                <a:gd name="connsiteX13" fmla="*/ 343 w 40845"/>
                <a:gd name="connsiteY13" fmla="*/ 53203 h 53202"/>
                <a:gd name="connsiteX14" fmla="*/ 343 w 40845"/>
                <a:gd name="connsiteY14" fmla="*/ 13501 h 53202"/>
                <a:gd name="connsiteX15" fmla="*/ 343 w 40845"/>
                <a:gd name="connsiteY15" fmla="*/ 13501 h 5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0845" h="53202">
                  <a:moveTo>
                    <a:pt x="400" y="13386"/>
                  </a:moveTo>
                  <a:cubicBezTo>
                    <a:pt x="400" y="9439"/>
                    <a:pt x="400" y="5320"/>
                    <a:pt x="0" y="1201"/>
                  </a:cubicBezTo>
                  <a:lnTo>
                    <a:pt x="6178" y="1201"/>
                  </a:lnTo>
                  <a:lnTo>
                    <a:pt x="6178" y="10469"/>
                  </a:lnTo>
                  <a:lnTo>
                    <a:pt x="6407" y="10469"/>
                  </a:lnTo>
                  <a:cubicBezTo>
                    <a:pt x="8524" y="5778"/>
                    <a:pt x="12414" y="0"/>
                    <a:pt x="23169" y="0"/>
                  </a:cubicBezTo>
                  <a:cubicBezTo>
                    <a:pt x="35983" y="0"/>
                    <a:pt x="40846" y="8524"/>
                    <a:pt x="40846" y="19965"/>
                  </a:cubicBezTo>
                  <a:lnTo>
                    <a:pt x="40846" y="53146"/>
                  </a:lnTo>
                  <a:lnTo>
                    <a:pt x="34439" y="53146"/>
                  </a:lnTo>
                  <a:lnTo>
                    <a:pt x="34439" y="21624"/>
                  </a:lnTo>
                  <a:cubicBezTo>
                    <a:pt x="34439" y="11842"/>
                    <a:pt x="31006" y="5549"/>
                    <a:pt x="22139" y="5549"/>
                  </a:cubicBezTo>
                  <a:cubicBezTo>
                    <a:pt x="10412" y="5549"/>
                    <a:pt x="6750" y="15846"/>
                    <a:pt x="6750" y="24485"/>
                  </a:cubicBezTo>
                  <a:lnTo>
                    <a:pt x="6750" y="53203"/>
                  </a:lnTo>
                  <a:lnTo>
                    <a:pt x="343" y="53203"/>
                  </a:lnTo>
                  <a:lnTo>
                    <a:pt x="343" y="13501"/>
                  </a:lnTo>
                  <a:lnTo>
                    <a:pt x="343" y="13501"/>
                  </a:lnTo>
                  <a:close/>
                </a:path>
              </a:pathLst>
            </a:custGeom>
            <a:solidFill>
              <a:srgbClr val="003369"/>
            </a:solidFill>
            <a:ln w="5715" cap="flat">
              <a:no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BF2C79DC-113A-48FD-A243-3188A31FE051}"/>
                </a:ext>
              </a:extLst>
            </p:cNvPr>
            <p:cNvSpPr/>
            <p:nvPr/>
          </p:nvSpPr>
          <p:spPr>
            <a:xfrm>
              <a:off x="7557243" y="5973467"/>
              <a:ext cx="44221" cy="75113"/>
            </a:xfrm>
            <a:custGeom>
              <a:avLst/>
              <a:gdLst>
                <a:gd name="connsiteX0" fmla="*/ 21968 w 44221"/>
                <a:gd name="connsiteY0" fmla="*/ 47654 h 75113"/>
                <a:gd name="connsiteX1" fmla="*/ 37757 w 44221"/>
                <a:gd name="connsiteY1" fmla="*/ 27231 h 75113"/>
                <a:gd name="connsiteX2" fmla="*/ 22368 w 44221"/>
                <a:gd name="connsiteY2" fmla="*/ 5549 h 75113"/>
                <a:gd name="connsiteX3" fmla="*/ 6979 w 44221"/>
                <a:gd name="connsiteY3" fmla="*/ 27231 h 75113"/>
                <a:gd name="connsiteX4" fmla="*/ 21910 w 44221"/>
                <a:gd name="connsiteY4" fmla="*/ 47654 h 75113"/>
                <a:gd name="connsiteX5" fmla="*/ 21910 w 44221"/>
                <a:gd name="connsiteY5" fmla="*/ 47654 h 75113"/>
                <a:gd name="connsiteX6" fmla="*/ 44164 w 44221"/>
                <a:gd name="connsiteY6" fmla="*/ 48855 h 75113"/>
                <a:gd name="connsiteX7" fmla="*/ 19851 w 44221"/>
                <a:gd name="connsiteY7" fmla="*/ 75113 h 75113"/>
                <a:gd name="connsiteX8" fmla="*/ 4176 w 44221"/>
                <a:gd name="connsiteY8" fmla="*/ 72367 h 75113"/>
                <a:gd name="connsiteX9" fmla="*/ 4691 w 44221"/>
                <a:gd name="connsiteY9" fmla="*/ 65960 h 75113"/>
                <a:gd name="connsiteX10" fmla="*/ 19965 w 44221"/>
                <a:gd name="connsiteY10" fmla="*/ 69621 h 75113"/>
                <a:gd name="connsiteX11" fmla="*/ 37871 w 44221"/>
                <a:gd name="connsiteY11" fmla="*/ 42963 h 75113"/>
                <a:gd name="connsiteX12" fmla="*/ 37642 w 44221"/>
                <a:gd name="connsiteY12" fmla="*/ 42963 h 75113"/>
                <a:gd name="connsiteX13" fmla="*/ 21853 w 44221"/>
                <a:gd name="connsiteY13" fmla="*/ 53146 h 75113"/>
                <a:gd name="connsiteX14" fmla="*/ 0 w 44221"/>
                <a:gd name="connsiteY14" fmla="*/ 27173 h 75113"/>
                <a:gd name="connsiteX15" fmla="*/ 21395 w 44221"/>
                <a:gd name="connsiteY15" fmla="*/ 0 h 75113"/>
                <a:gd name="connsiteX16" fmla="*/ 37585 w 44221"/>
                <a:gd name="connsiteY16" fmla="*/ 7094 h 75113"/>
                <a:gd name="connsiteX17" fmla="*/ 37814 w 44221"/>
                <a:gd name="connsiteY17" fmla="*/ 7094 h 75113"/>
                <a:gd name="connsiteX18" fmla="*/ 37814 w 44221"/>
                <a:gd name="connsiteY18" fmla="*/ 1201 h 75113"/>
                <a:gd name="connsiteX19" fmla="*/ 44221 w 44221"/>
                <a:gd name="connsiteY19" fmla="*/ 1201 h 75113"/>
                <a:gd name="connsiteX20" fmla="*/ 44221 w 44221"/>
                <a:gd name="connsiteY20" fmla="*/ 48798 h 75113"/>
                <a:gd name="connsiteX21" fmla="*/ 44221 w 44221"/>
                <a:gd name="connsiteY21" fmla="*/ 48798 h 75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221" h="75113">
                  <a:moveTo>
                    <a:pt x="21968" y="47654"/>
                  </a:moveTo>
                  <a:cubicBezTo>
                    <a:pt x="33581" y="47654"/>
                    <a:pt x="37757" y="36670"/>
                    <a:pt x="37757" y="27231"/>
                  </a:cubicBezTo>
                  <a:cubicBezTo>
                    <a:pt x="37757" y="14702"/>
                    <a:pt x="34096" y="5549"/>
                    <a:pt x="22368" y="5549"/>
                  </a:cubicBezTo>
                  <a:cubicBezTo>
                    <a:pt x="10640" y="5549"/>
                    <a:pt x="6979" y="17162"/>
                    <a:pt x="6979" y="27231"/>
                  </a:cubicBezTo>
                  <a:cubicBezTo>
                    <a:pt x="6979" y="37299"/>
                    <a:pt x="11041" y="47654"/>
                    <a:pt x="21910" y="47654"/>
                  </a:cubicBezTo>
                  <a:lnTo>
                    <a:pt x="21910" y="47654"/>
                  </a:lnTo>
                  <a:close/>
                  <a:moveTo>
                    <a:pt x="44164" y="48855"/>
                  </a:moveTo>
                  <a:cubicBezTo>
                    <a:pt x="44164" y="63328"/>
                    <a:pt x="37642" y="75113"/>
                    <a:pt x="19851" y="75113"/>
                  </a:cubicBezTo>
                  <a:cubicBezTo>
                    <a:pt x="13043" y="75113"/>
                    <a:pt x="6808" y="73168"/>
                    <a:pt x="4176" y="72367"/>
                  </a:cubicBezTo>
                  <a:lnTo>
                    <a:pt x="4691" y="65960"/>
                  </a:lnTo>
                  <a:cubicBezTo>
                    <a:pt x="8638" y="68019"/>
                    <a:pt x="14359" y="69621"/>
                    <a:pt x="19965" y="69621"/>
                  </a:cubicBezTo>
                  <a:cubicBezTo>
                    <a:pt x="36441" y="69621"/>
                    <a:pt x="37871" y="57608"/>
                    <a:pt x="37871" y="42963"/>
                  </a:cubicBezTo>
                  <a:lnTo>
                    <a:pt x="37642" y="42963"/>
                  </a:lnTo>
                  <a:cubicBezTo>
                    <a:pt x="34210" y="50514"/>
                    <a:pt x="28489" y="53146"/>
                    <a:pt x="21853" y="53146"/>
                  </a:cubicBezTo>
                  <a:cubicBezTo>
                    <a:pt x="5263" y="53146"/>
                    <a:pt x="0" y="38672"/>
                    <a:pt x="0" y="27173"/>
                  </a:cubicBezTo>
                  <a:cubicBezTo>
                    <a:pt x="0" y="11384"/>
                    <a:pt x="6121" y="0"/>
                    <a:pt x="21395" y="0"/>
                  </a:cubicBezTo>
                  <a:cubicBezTo>
                    <a:pt x="28318" y="0"/>
                    <a:pt x="32780" y="915"/>
                    <a:pt x="37585" y="7094"/>
                  </a:cubicBezTo>
                  <a:lnTo>
                    <a:pt x="37814" y="7094"/>
                  </a:lnTo>
                  <a:lnTo>
                    <a:pt x="37814" y="1201"/>
                  </a:lnTo>
                  <a:lnTo>
                    <a:pt x="44221" y="1201"/>
                  </a:lnTo>
                  <a:lnTo>
                    <a:pt x="44221" y="48798"/>
                  </a:lnTo>
                  <a:lnTo>
                    <a:pt x="44221" y="48798"/>
                  </a:lnTo>
                  <a:close/>
                </a:path>
              </a:pathLst>
            </a:custGeom>
            <a:solidFill>
              <a:srgbClr val="003369"/>
            </a:solidFill>
            <a:ln w="5715" cap="flat">
              <a:noFill/>
              <a:prstDash val="solid"/>
              <a:miter/>
            </a:ln>
          </p:spPr>
          <p:txBody>
            <a:bodyPr rtlCol="0" anchor="ctr"/>
            <a:lstStyle/>
            <a:p>
              <a:endParaRPr lang="de-DE"/>
            </a:p>
          </p:txBody>
        </p:sp>
        <p:sp>
          <p:nvSpPr>
            <p:cNvPr id="79" name="Freihandform: Form 78">
              <a:extLst>
                <a:ext uri="{FF2B5EF4-FFF2-40B4-BE49-F238E27FC236}">
                  <a16:creationId xmlns:a16="http://schemas.microsoft.com/office/drawing/2014/main" id="{DCF25D7C-8357-42DD-8735-D98AFD47C223}"/>
                </a:ext>
              </a:extLst>
            </p:cNvPr>
            <p:cNvSpPr/>
            <p:nvPr/>
          </p:nvSpPr>
          <p:spPr>
            <a:xfrm>
              <a:off x="6570361" y="5826387"/>
              <a:ext cx="43477" cy="200225"/>
            </a:xfrm>
            <a:custGeom>
              <a:avLst/>
              <a:gdLst>
                <a:gd name="connsiteX0" fmla="*/ 0 w 43477"/>
                <a:gd name="connsiteY0" fmla="*/ 200225 h 200225"/>
                <a:gd name="connsiteX1" fmla="*/ 43478 w 43477"/>
                <a:gd name="connsiteY1" fmla="*/ 200225 h 200225"/>
                <a:gd name="connsiteX2" fmla="*/ 43478 w 43477"/>
                <a:gd name="connsiteY2" fmla="*/ 0 h 200225"/>
                <a:gd name="connsiteX3" fmla="*/ 0 w 43477"/>
                <a:gd name="connsiteY3" fmla="*/ 25915 h 200225"/>
                <a:gd name="connsiteX4" fmla="*/ 0 w 43477"/>
                <a:gd name="connsiteY4" fmla="*/ 200225 h 200225"/>
                <a:gd name="connsiteX5" fmla="*/ 0 w 43477"/>
                <a:gd name="connsiteY5" fmla="*/ 200225 h 20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77" h="200225">
                  <a:moveTo>
                    <a:pt x="0" y="200225"/>
                  </a:moveTo>
                  <a:lnTo>
                    <a:pt x="43478" y="200225"/>
                  </a:lnTo>
                  <a:lnTo>
                    <a:pt x="43478" y="0"/>
                  </a:lnTo>
                  <a:lnTo>
                    <a:pt x="0" y="25915"/>
                  </a:lnTo>
                  <a:lnTo>
                    <a:pt x="0" y="200225"/>
                  </a:lnTo>
                  <a:lnTo>
                    <a:pt x="0" y="200225"/>
                  </a:lnTo>
                  <a:close/>
                </a:path>
              </a:pathLst>
            </a:custGeom>
            <a:solidFill>
              <a:srgbClr val="93C01F"/>
            </a:solidFill>
            <a:ln w="5715" cap="flat">
              <a:noFill/>
              <a:prstDash val="solid"/>
              <a:miter/>
            </a:ln>
          </p:spPr>
          <p:txBody>
            <a:bodyPr rtlCol="0" anchor="ctr"/>
            <a:lstStyle/>
            <a:p>
              <a:endParaRPr lang="de-DE"/>
            </a:p>
          </p:txBody>
        </p:sp>
        <p:sp>
          <p:nvSpPr>
            <p:cNvPr id="80" name="Freihandform: Form 79">
              <a:extLst>
                <a:ext uri="{FF2B5EF4-FFF2-40B4-BE49-F238E27FC236}">
                  <a16:creationId xmlns:a16="http://schemas.microsoft.com/office/drawing/2014/main" id="{67145B21-ADA6-44B0-BD62-9EC22EB631B7}"/>
                </a:ext>
              </a:extLst>
            </p:cNvPr>
            <p:cNvSpPr/>
            <p:nvPr/>
          </p:nvSpPr>
          <p:spPr>
            <a:xfrm>
              <a:off x="6570361" y="5748929"/>
              <a:ext cx="43477" cy="77458"/>
            </a:xfrm>
            <a:custGeom>
              <a:avLst/>
              <a:gdLst>
                <a:gd name="connsiteX0" fmla="*/ 0 w 43477"/>
                <a:gd name="connsiteY0" fmla="*/ 0 h 77458"/>
                <a:gd name="connsiteX1" fmla="*/ 0 w 43477"/>
                <a:gd name="connsiteY1" fmla="*/ 51544 h 77458"/>
                <a:gd name="connsiteX2" fmla="*/ 43478 w 43477"/>
                <a:gd name="connsiteY2" fmla="*/ 77459 h 77458"/>
                <a:gd name="connsiteX3" fmla="*/ 43478 w 43477"/>
                <a:gd name="connsiteY3" fmla="*/ 0 h 77458"/>
                <a:gd name="connsiteX4" fmla="*/ 0 w 43477"/>
                <a:gd name="connsiteY4" fmla="*/ 0 h 77458"/>
                <a:gd name="connsiteX5" fmla="*/ 0 w 43477"/>
                <a:gd name="connsiteY5" fmla="*/ 0 h 7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77" h="77458">
                  <a:moveTo>
                    <a:pt x="0" y="0"/>
                  </a:moveTo>
                  <a:lnTo>
                    <a:pt x="0" y="51544"/>
                  </a:lnTo>
                  <a:lnTo>
                    <a:pt x="43478" y="77459"/>
                  </a:lnTo>
                  <a:lnTo>
                    <a:pt x="43478" y="0"/>
                  </a:lnTo>
                  <a:lnTo>
                    <a:pt x="0" y="0"/>
                  </a:lnTo>
                  <a:lnTo>
                    <a:pt x="0" y="0"/>
                  </a:lnTo>
                  <a:close/>
                </a:path>
              </a:pathLst>
            </a:custGeom>
            <a:solidFill>
              <a:srgbClr val="93C01F"/>
            </a:solidFill>
            <a:ln w="5715" cap="flat">
              <a:noFill/>
              <a:prstDash val="solid"/>
              <a:miter/>
            </a:ln>
          </p:spPr>
          <p:txBody>
            <a:bodyPr rtlCol="0" anchor="ctr"/>
            <a:lstStyle/>
            <a:p>
              <a:endParaRPr lang="de-DE"/>
            </a:p>
          </p:txBody>
        </p:sp>
        <p:sp>
          <p:nvSpPr>
            <p:cNvPr id="81" name="Freihandform: Form 80">
              <a:extLst>
                <a:ext uri="{FF2B5EF4-FFF2-40B4-BE49-F238E27FC236}">
                  <a16:creationId xmlns:a16="http://schemas.microsoft.com/office/drawing/2014/main" id="{BF6CAE4E-0E95-4A36-803E-62A1B6782ACE}"/>
                </a:ext>
              </a:extLst>
            </p:cNvPr>
            <p:cNvSpPr/>
            <p:nvPr/>
          </p:nvSpPr>
          <p:spPr>
            <a:xfrm>
              <a:off x="6376372" y="5748986"/>
              <a:ext cx="174367" cy="277741"/>
            </a:xfrm>
            <a:custGeom>
              <a:avLst/>
              <a:gdLst>
                <a:gd name="connsiteX0" fmla="*/ 87184 w 174367"/>
                <a:gd name="connsiteY0" fmla="*/ 103374 h 277741"/>
                <a:gd name="connsiteX1" fmla="*/ 87184 w 174367"/>
                <a:gd name="connsiteY1" fmla="*/ 103374 h 277741"/>
                <a:gd name="connsiteX2" fmla="*/ 43592 w 174367"/>
                <a:gd name="connsiteY2" fmla="*/ 103374 h 277741"/>
                <a:gd name="connsiteX3" fmla="*/ 43592 w 174367"/>
                <a:gd name="connsiteY3" fmla="*/ 0 h 277741"/>
                <a:gd name="connsiteX4" fmla="*/ 0 w 174367"/>
                <a:gd name="connsiteY4" fmla="*/ 0 h 277741"/>
                <a:gd name="connsiteX5" fmla="*/ 0 w 174367"/>
                <a:gd name="connsiteY5" fmla="*/ 146965 h 277741"/>
                <a:gd name="connsiteX6" fmla="*/ 0 w 174367"/>
                <a:gd name="connsiteY6" fmla="*/ 146965 h 277741"/>
                <a:gd name="connsiteX7" fmla="*/ 87184 w 174367"/>
                <a:gd name="connsiteY7" fmla="*/ 146965 h 277741"/>
                <a:gd name="connsiteX8" fmla="*/ 130718 w 174367"/>
                <a:gd name="connsiteY8" fmla="*/ 190500 h 277741"/>
                <a:gd name="connsiteX9" fmla="*/ 87184 w 174367"/>
                <a:gd name="connsiteY9" fmla="*/ 234035 h 277741"/>
                <a:gd name="connsiteX10" fmla="*/ 87184 w 174367"/>
                <a:gd name="connsiteY10" fmla="*/ 234035 h 277741"/>
                <a:gd name="connsiteX11" fmla="*/ 0 w 174367"/>
                <a:gd name="connsiteY11" fmla="*/ 234035 h 277741"/>
                <a:gd name="connsiteX12" fmla="*/ 0 w 174367"/>
                <a:gd name="connsiteY12" fmla="*/ 277627 h 277741"/>
                <a:gd name="connsiteX13" fmla="*/ 87184 w 174367"/>
                <a:gd name="connsiteY13" fmla="*/ 277627 h 277741"/>
                <a:gd name="connsiteX14" fmla="*/ 87184 w 174367"/>
                <a:gd name="connsiteY14" fmla="*/ 277741 h 277741"/>
                <a:gd name="connsiteX15" fmla="*/ 174368 w 174367"/>
                <a:gd name="connsiteY15" fmla="*/ 190557 h 277741"/>
                <a:gd name="connsiteX16" fmla="*/ 87184 w 174367"/>
                <a:gd name="connsiteY16" fmla="*/ 103374 h 277741"/>
                <a:gd name="connsiteX17" fmla="*/ 87184 w 174367"/>
                <a:gd name="connsiteY17" fmla="*/ 103374 h 27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4367" h="277741">
                  <a:moveTo>
                    <a:pt x="87184" y="103374"/>
                  </a:moveTo>
                  <a:lnTo>
                    <a:pt x="87184" y="103374"/>
                  </a:lnTo>
                  <a:cubicBezTo>
                    <a:pt x="87184" y="103374"/>
                    <a:pt x="43592" y="103374"/>
                    <a:pt x="43592" y="103374"/>
                  </a:cubicBezTo>
                  <a:lnTo>
                    <a:pt x="43592" y="0"/>
                  </a:lnTo>
                  <a:lnTo>
                    <a:pt x="0" y="0"/>
                  </a:lnTo>
                  <a:lnTo>
                    <a:pt x="0" y="146965"/>
                  </a:lnTo>
                  <a:cubicBezTo>
                    <a:pt x="0" y="146965"/>
                    <a:pt x="0" y="146965"/>
                    <a:pt x="0" y="146965"/>
                  </a:cubicBezTo>
                  <a:lnTo>
                    <a:pt x="87184" y="146965"/>
                  </a:lnTo>
                  <a:cubicBezTo>
                    <a:pt x="111211" y="146965"/>
                    <a:pt x="130718" y="166473"/>
                    <a:pt x="130718" y="190500"/>
                  </a:cubicBezTo>
                  <a:cubicBezTo>
                    <a:pt x="130718" y="214527"/>
                    <a:pt x="111211" y="234035"/>
                    <a:pt x="87184" y="234035"/>
                  </a:cubicBezTo>
                  <a:lnTo>
                    <a:pt x="87184" y="234035"/>
                  </a:lnTo>
                  <a:cubicBezTo>
                    <a:pt x="87184" y="234035"/>
                    <a:pt x="0" y="234035"/>
                    <a:pt x="0" y="234035"/>
                  </a:cubicBezTo>
                  <a:lnTo>
                    <a:pt x="0" y="277627"/>
                  </a:lnTo>
                  <a:lnTo>
                    <a:pt x="87184" y="277627"/>
                  </a:lnTo>
                  <a:lnTo>
                    <a:pt x="87184" y="277741"/>
                  </a:lnTo>
                  <a:cubicBezTo>
                    <a:pt x="135295" y="277741"/>
                    <a:pt x="174368" y="238726"/>
                    <a:pt x="174368" y="190557"/>
                  </a:cubicBezTo>
                  <a:cubicBezTo>
                    <a:pt x="174368" y="142389"/>
                    <a:pt x="135352" y="103374"/>
                    <a:pt x="87184" y="103374"/>
                  </a:cubicBezTo>
                  <a:lnTo>
                    <a:pt x="87184" y="103374"/>
                  </a:lnTo>
                  <a:close/>
                </a:path>
              </a:pathLst>
            </a:custGeom>
            <a:solidFill>
              <a:srgbClr val="93C01F"/>
            </a:solidFill>
            <a:ln w="5715" cap="flat">
              <a:noFill/>
              <a:prstDash val="solid"/>
              <a:miter/>
            </a:ln>
          </p:spPr>
          <p:txBody>
            <a:bodyPr rtlCol="0" anchor="ctr"/>
            <a:lstStyle/>
            <a:p>
              <a:endParaRPr lang="de-DE"/>
            </a:p>
          </p:txBody>
        </p:sp>
        <p:sp>
          <p:nvSpPr>
            <p:cNvPr id="82" name="Freihandform: Form 81">
              <a:extLst>
                <a:ext uri="{FF2B5EF4-FFF2-40B4-BE49-F238E27FC236}">
                  <a16:creationId xmlns:a16="http://schemas.microsoft.com/office/drawing/2014/main" id="{85DD1880-2765-4FA0-9F80-A4F6EB83CB29}"/>
                </a:ext>
              </a:extLst>
            </p:cNvPr>
            <p:cNvSpPr/>
            <p:nvPr/>
          </p:nvSpPr>
          <p:spPr>
            <a:xfrm>
              <a:off x="6643129" y="5748986"/>
              <a:ext cx="174367" cy="277741"/>
            </a:xfrm>
            <a:custGeom>
              <a:avLst/>
              <a:gdLst>
                <a:gd name="connsiteX0" fmla="*/ 87184 w 174367"/>
                <a:gd name="connsiteY0" fmla="*/ 103374 h 277741"/>
                <a:gd name="connsiteX1" fmla="*/ 87184 w 174367"/>
                <a:gd name="connsiteY1" fmla="*/ 103374 h 277741"/>
                <a:gd name="connsiteX2" fmla="*/ 43592 w 174367"/>
                <a:gd name="connsiteY2" fmla="*/ 103374 h 277741"/>
                <a:gd name="connsiteX3" fmla="*/ 43592 w 174367"/>
                <a:gd name="connsiteY3" fmla="*/ 0 h 277741"/>
                <a:gd name="connsiteX4" fmla="*/ 0 w 174367"/>
                <a:gd name="connsiteY4" fmla="*/ 0 h 277741"/>
                <a:gd name="connsiteX5" fmla="*/ 0 w 174367"/>
                <a:gd name="connsiteY5" fmla="*/ 146965 h 277741"/>
                <a:gd name="connsiteX6" fmla="*/ 0 w 174367"/>
                <a:gd name="connsiteY6" fmla="*/ 146965 h 277741"/>
                <a:gd name="connsiteX7" fmla="*/ 87184 w 174367"/>
                <a:gd name="connsiteY7" fmla="*/ 146965 h 277741"/>
                <a:gd name="connsiteX8" fmla="*/ 130718 w 174367"/>
                <a:gd name="connsiteY8" fmla="*/ 190500 h 277741"/>
                <a:gd name="connsiteX9" fmla="*/ 87184 w 174367"/>
                <a:gd name="connsiteY9" fmla="*/ 234035 h 277741"/>
                <a:gd name="connsiteX10" fmla="*/ 87184 w 174367"/>
                <a:gd name="connsiteY10" fmla="*/ 234035 h 277741"/>
                <a:gd name="connsiteX11" fmla="*/ 0 w 174367"/>
                <a:gd name="connsiteY11" fmla="*/ 234035 h 277741"/>
                <a:gd name="connsiteX12" fmla="*/ 0 w 174367"/>
                <a:gd name="connsiteY12" fmla="*/ 277627 h 277741"/>
                <a:gd name="connsiteX13" fmla="*/ 87184 w 174367"/>
                <a:gd name="connsiteY13" fmla="*/ 277627 h 277741"/>
                <a:gd name="connsiteX14" fmla="*/ 87184 w 174367"/>
                <a:gd name="connsiteY14" fmla="*/ 277741 h 277741"/>
                <a:gd name="connsiteX15" fmla="*/ 174368 w 174367"/>
                <a:gd name="connsiteY15" fmla="*/ 190557 h 277741"/>
                <a:gd name="connsiteX16" fmla="*/ 87184 w 174367"/>
                <a:gd name="connsiteY16" fmla="*/ 103374 h 277741"/>
                <a:gd name="connsiteX17" fmla="*/ 87184 w 174367"/>
                <a:gd name="connsiteY17" fmla="*/ 103374 h 27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4367" h="277741">
                  <a:moveTo>
                    <a:pt x="87184" y="103374"/>
                  </a:moveTo>
                  <a:lnTo>
                    <a:pt x="87184" y="103374"/>
                  </a:lnTo>
                  <a:cubicBezTo>
                    <a:pt x="87184" y="103374"/>
                    <a:pt x="43592" y="103374"/>
                    <a:pt x="43592" y="103374"/>
                  </a:cubicBezTo>
                  <a:lnTo>
                    <a:pt x="43592" y="0"/>
                  </a:lnTo>
                  <a:lnTo>
                    <a:pt x="0" y="0"/>
                  </a:lnTo>
                  <a:lnTo>
                    <a:pt x="0" y="146965"/>
                  </a:lnTo>
                  <a:cubicBezTo>
                    <a:pt x="0" y="146965"/>
                    <a:pt x="0" y="146965"/>
                    <a:pt x="0" y="146965"/>
                  </a:cubicBezTo>
                  <a:lnTo>
                    <a:pt x="87184" y="146965"/>
                  </a:lnTo>
                  <a:cubicBezTo>
                    <a:pt x="111211" y="146965"/>
                    <a:pt x="130718" y="166473"/>
                    <a:pt x="130718" y="190500"/>
                  </a:cubicBezTo>
                  <a:cubicBezTo>
                    <a:pt x="130718" y="214527"/>
                    <a:pt x="111211" y="234035"/>
                    <a:pt x="87184" y="234035"/>
                  </a:cubicBezTo>
                  <a:lnTo>
                    <a:pt x="87184" y="234035"/>
                  </a:lnTo>
                  <a:cubicBezTo>
                    <a:pt x="87184" y="234035"/>
                    <a:pt x="0" y="234035"/>
                    <a:pt x="0" y="234035"/>
                  </a:cubicBezTo>
                  <a:lnTo>
                    <a:pt x="0" y="277627"/>
                  </a:lnTo>
                  <a:lnTo>
                    <a:pt x="87184" y="277627"/>
                  </a:lnTo>
                  <a:lnTo>
                    <a:pt x="87184" y="277741"/>
                  </a:lnTo>
                  <a:cubicBezTo>
                    <a:pt x="135295" y="277741"/>
                    <a:pt x="174368" y="238726"/>
                    <a:pt x="174368" y="190557"/>
                  </a:cubicBezTo>
                  <a:cubicBezTo>
                    <a:pt x="174368" y="142389"/>
                    <a:pt x="135352" y="103374"/>
                    <a:pt x="87184" y="103374"/>
                  </a:cubicBezTo>
                  <a:lnTo>
                    <a:pt x="87184" y="103374"/>
                  </a:lnTo>
                  <a:close/>
                </a:path>
              </a:pathLst>
            </a:custGeom>
            <a:solidFill>
              <a:srgbClr val="003369"/>
            </a:solidFill>
            <a:ln w="5715" cap="flat">
              <a:noFill/>
              <a:prstDash val="solid"/>
              <a:miter/>
            </a:ln>
          </p:spPr>
          <p:txBody>
            <a:bodyPr rtlCol="0" anchor="ctr"/>
            <a:lstStyle/>
            <a:p>
              <a:endParaRPr lang="de-DE"/>
            </a:p>
          </p:txBody>
        </p:sp>
        <p:sp>
          <p:nvSpPr>
            <p:cNvPr id="83" name="Freihandform: Form 82">
              <a:extLst>
                <a:ext uri="{FF2B5EF4-FFF2-40B4-BE49-F238E27FC236}">
                  <a16:creationId xmlns:a16="http://schemas.microsoft.com/office/drawing/2014/main" id="{141A1661-CC34-4F32-AB68-BD2CA05CA0FA}"/>
                </a:ext>
              </a:extLst>
            </p:cNvPr>
            <p:cNvSpPr/>
            <p:nvPr/>
          </p:nvSpPr>
          <p:spPr>
            <a:xfrm>
              <a:off x="6822416" y="5748986"/>
              <a:ext cx="174367" cy="277741"/>
            </a:xfrm>
            <a:custGeom>
              <a:avLst/>
              <a:gdLst>
                <a:gd name="connsiteX0" fmla="*/ 87184 w 174367"/>
                <a:gd name="connsiteY0" fmla="*/ 103374 h 277741"/>
                <a:gd name="connsiteX1" fmla="*/ 87184 w 174367"/>
                <a:gd name="connsiteY1" fmla="*/ 103374 h 277741"/>
                <a:gd name="connsiteX2" fmla="*/ 43592 w 174367"/>
                <a:gd name="connsiteY2" fmla="*/ 103374 h 277741"/>
                <a:gd name="connsiteX3" fmla="*/ 43592 w 174367"/>
                <a:gd name="connsiteY3" fmla="*/ 0 h 277741"/>
                <a:gd name="connsiteX4" fmla="*/ 0 w 174367"/>
                <a:gd name="connsiteY4" fmla="*/ 0 h 277741"/>
                <a:gd name="connsiteX5" fmla="*/ 0 w 174367"/>
                <a:gd name="connsiteY5" fmla="*/ 146965 h 277741"/>
                <a:gd name="connsiteX6" fmla="*/ 0 w 174367"/>
                <a:gd name="connsiteY6" fmla="*/ 146965 h 277741"/>
                <a:gd name="connsiteX7" fmla="*/ 87184 w 174367"/>
                <a:gd name="connsiteY7" fmla="*/ 146965 h 277741"/>
                <a:gd name="connsiteX8" fmla="*/ 130719 w 174367"/>
                <a:gd name="connsiteY8" fmla="*/ 190500 h 277741"/>
                <a:gd name="connsiteX9" fmla="*/ 87184 w 174367"/>
                <a:gd name="connsiteY9" fmla="*/ 234035 h 277741"/>
                <a:gd name="connsiteX10" fmla="*/ 87184 w 174367"/>
                <a:gd name="connsiteY10" fmla="*/ 234035 h 277741"/>
                <a:gd name="connsiteX11" fmla="*/ 0 w 174367"/>
                <a:gd name="connsiteY11" fmla="*/ 234035 h 277741"/>
                <a:gd name="connsiteX12" fmla="*/ 0 w 174367"/>
                <a:gd name="connsiteY12" fmla="*/ 277627 h 277741"/>
                <a:gd name="connsiteX13" fmla="*/ 87184 w 174367"/>
                <a:gd name="connsiteY13" fmla="*/ 277627 h 277741"/>
                <a:gd name="connsiteX14" fmla="*/ 87184 w 174367"/>
                <a:gd name="connsiteY14" fmla="*/ 277741 h 277741"/>
                <a:gd name="connsiteX15" fmla="*/ 174368 w 174367"/>
                <a:gd name="connsiteY15" fmla="*/ 190557 h 277741"/>
                <a:gd name="connsiteX16" fmla="*/ 87184 w 174367"/>
                <a:gd name="connsiteY16" fmla="*/ 103374 h 277741"/>
                <a:gd name="connsiteX17" fmla="*/ 87184 w 174367"/>
                <a:gd name="connsiteY17" fmla="*/ 103374 h 27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4367" h="277741">
                  <a:moveTo>
                    <a:pt x="87184" y="103374"/>
                  </a:moveTo>
                  <a:lnTo>
                    <a:pt x="87184" y="103374"/>
                  </a:lnTo>
                  <a:cubicBezTo>
                    <a:pt x="87184" y="103374"/>
                    <a:pt x="43592" y="103374"/>
                    <a:pt x="43592" y="103374"/>
                  </a:cubicBezTo>
                  <a:lnTo>
                    <a:pt x="43592" y="0"/>
                  </a:lnTo>
                  <a:lnTo>
                    <a:pt x="0" y="0"/>
                  </a:lnTo>
                  <a:lnTo>
                    <a:pt x="0" y="146965"/>
                  </a:lnTo>
                  <a:cubicBezTo>
                    <a:pt x="0" y="146965"/>
                    <a:pt x="0" y="146965"/>
                    <a:pt x="0" y="146965"/>
                  </a:cubicBezTo>
                  <a:lnTo>
                    <a:pt x="87184" y="146965"/>
                  </a:lnTo>
                  <a:cubicBezTo>
                    <a:pt x="111211" y="146965"/>
                    <a:pt x="130719" y="166473"/>
                    <a:pt x="130719" y="190500"/>
                  </a:cubicBezTo>
                  <a:cubicBezTo>
                    <a:pt x="130719" y="214527"/>
                    <a:pt x="111211" y="234035"/>
                    <a:pt x="87184" y="234035"/>
                  </a:cubicBezTo>
                  <a:lnTo>
                    <a:pt x="87184" y="234035"/>
                  </a:lnTo>
                  <a:cubicBezTo>
                    <a:pt x="87184" y="234035"/>
                    <a:pt x="0" y="234035"/>
                    <a:pt x="0" y="234035"/>
                  </a:cubicBezTo>
                  <a:lnTo>
                    <a:pt x="0" y="277627"/>
                  </a:lnTo>
                  <a:lnTo>
                    <a:pt x="87184" y="277627"/>
                  </a:lnTo>
                  <a:lnTo>
                    <a:pt x="87184" y="277741"/>
                  </a:lnTo>
                  <a:cubicBezTo>
                    <a:pt x="135295" y="277741"/>
                    <a:pt x="174368" y="238726"/>
                    <a:pt x="174368" y="190557"/>
                  </a:cubicBezTo>
                  <a:cubicBezTo>
                    <a:pt x="174368" y="142389"/>
                    <a:pt x="135353" y="103374"/>
                    <a:pt x="87184" y="103374"/>
                  </a:cubicBezTo>
                  <a:lnTo>
                    <a:pt x="87184" y="103374"/>
                  </a:lnTo>
                  <a:close/>
                </a:path>
              </a:pathLst>
            </a:custGeom>
            <a:solidFill>
              <a:srgbClr val="003369"/>
            </a:solidFill>
            <a:ln w="5715" cap="flat">
              <a:noFill/>
              <a:prstDash val="solid"/>
              <a:miter/>
            </a:ln>
          </p:spPr>
          <p:txBody>
            <a:bodyPr rtlCol="0" anchor="ctr"/>
            <a:lstStyle/>
            <a:p>
              <a:endParaRPr lang="de-DE"/>
            </a:p>
          </p:txBody>
        </p:sp>
        <p:sp>
          <p:nvSpPr>
            <p:cNvPr id="84" name="Freihandform: Form 83">
              <a:extLst>
                <a:ext uri="{FF2B5EF4-FFF2-40B4-BE49-F238E27FC236}">
                  <a16:creationId xmlns:a16="http://schemas.microsoft.com/office/drawing/2014/main" id="{72730D36-3F49-42E3-8BF0-CD01C3B1A7A5}"/>
                </a:ext>
              </a:extLst>
            </p:cNvPr>
            <p:cNvSpPr/>
            <p:nvPr/>
          </p:nvSpPr>
          <p:spPr>
            <a:xfrm>
              <a:off x="6376486" y="5517640"/>
              <a:ext cx="551535" cy="57836"/>
            </a:xfrm>
            <a:custGeom>
              <a:avLst/>
              <a:gdLst>
                <a:gd name="connsiteX0" fmla="*/ 5778 w 551535"/>
                <a:gd name="connsiteY0" fmla="*/ 16762 h 57836"/>
                <a:gd name="connsiteX1" fmla="*/ 13329 w 551535"/>
                <a:gd name="connsiteY1" fmla="*/ 16762 h 57836"/>
                <a:gd name="connsiteX2" fmla="*/ 22140 w 551535"/>
                <a:gd name="connsiteY2" fmla="*/ 29233 h 57836"/>
                <a:gd name="connsiteX3" fmla="*/ 22140 w 551535"/>
                <a:gd name="connsiteY3" fmla="*/ 38329 h 57836"/>
                <a:gd name="connsiteX4" fmla="*/ 11213 w 551535"/>
                <a:gd name="connsiteY4" fmla="*/ 51830 h 57836"/>
                <a:gd name="connsiteX5" fmla="*/ 5778 w 551535"/>
                <a:gd name="connsiteY5" fmla="*/ 51830 h 57836"/>
                <a:gd name="connsiteX6" fmla="*/ 5778 w 551535"/>
                <a:gd name="connsiteY6" fmla="*/ 16762 h 57836"/>
                <a:gd name="connsiteX7" fmla="*/ 5778 w 551535"/>
                <a:gd name="connsiteY7" fmla="*/ 16762 h 57836"/>
                <a:gd name="connsiteX8" fmla="*/ 0 w 551535"/>
                <a:gd name="connsiteY8" fmla="*/ 56864 h 57836"/>
                <a:gd name="connsiteX9" fmla="*/ 10354 w 551535"/>
                <a:gd name="connsiteY9" fmla="*/ 56864 h 57836"/>
                <a:gd name="connsiteX10" fmla="*/ 25229 w 551535"/>
                <a:gd name="connsiteY10" fmla="*/ 51086 h 57836"/>
                <a:gd name="connsiteX11" fmla="*/ 27974 w 551535"/>
                <a:gd name="connsiteY11" fmla="*/ 32894 h 57836"/>
                <a:gd name="connsiteX12" fmla="*/ 25972 w 551535"/>
                <a:gd name="connsiteY12" fmla="*/ 18650 h 57836"/>
                <a:gd name="connsiteX13" fmla="*/ 13844 w 551535"/>
                <a:gd name="connsiteY13" fmla="*/ 11785 h 57836"/>
                <a:gd name="connsiteX14" fmla="*/ 0 w 551535"/>
                <a:gd name="connsiteY14" fmla="*/ 11785 h 57836"/>
                <a:gd name="connsiteX15" fmla="*/ 0 w 551535"/>
                <a:gd name="connsiteY15" fmla="*/ 56864 h 57836"/>
                <a:gd name="connsiteX16" fmla="*/ 0 w 551535"/>
                <a:gd name="connsiteY16" fmla="*/ 56864 h 57836"/>
                <a:gd name="connsiteX17" fmla="*/ 37872 w 551535"/>
                <a:gd name="connsiteY17" fmla="*/ 40388 h 57836"/>
                <a:gd name="connsiteX18" fmla="*/ 52059 w 551535"/>
                <a:gd name="connsiteY18" fmla="*/ 57779 h 57836"/>
                <a:gd name="connsiteX19" fmla="*/ 66246 w 551535"/>
                <a:gd name="connsiteY19" fmla="*/ 40388 h 57836"/>
                <a:gd name="connsiteX20" fmla="*/ 66246 w 551535"/>
                <a:gd name="connsiteY20" fmla="*/ 11785 h 57836"/>
                <a:gd name="connsiteX21" fmla="*/ 60525 w 551535"/>
                <a:gd name="connsiteY21" fmla="*/ 11785 h 57836"/>
                <a:gd name="connsiteX22" fmla="*/ 60525 w 551535"/>
                <a:gd name="connsiteY22" fmla="*/ 40617 h 57836"/>
                <a:gd name="connsiteX23" fmla="*/ 52116 w 551535"/>
                <a:gd name="connsiteY23" fmla="*/ 52974 h 57836"/>
                <a:gd name="connsiteX24" fmla="*/ 43649 w 551535"/>
                <a:gd name="connsiteY24" fmla="*/ 40617 h 57836"/>
                <a:gd name="connsiteX25" fmla="*/ 43649 w 551535"/>
                <a:gd name="connsiteY25" fmla="*/ 11785 h 57836"/>
                <a:gd name="connsiteX26" fmla="*/ 37928 w 551535"/>
                <a:gd name="connsiteY26" fmla="*/ 11785 h 57836"/>
                <a:gd name="connsiteX27" fmla="*/ 37928 w 551535"/>
                <a:gd name="connsiteY27" fmla="*/ 40388 h 57836"/>
                <a:gd name="connsiteX28" fmla="*/ 37928 w 551535"/>
                <a:gd name="connsiteY28" fmla="*/ 40388 h 57836"/>
                <a:gd name="connsiteX29" fmla="*/ 81807 w 551535"/>
                <a:gd name="connsiteY29" fmla="*/ 16762 h 57836"/>
                <a:gd name="connsiteX30" fmla="*/ 90502 w 551535"/>
                <a:gd name="connsiteY30" fmla="*/ 16762 h 57836"/>
                <a:gd name="connsiteX31" fmla="*/ 96566 w 551535"/>
                <a:gd name="connsiteY31" fmla="*/ 23627 h 57836"/>
                <a:gd name="connsiteX32" fmla="*/ 90445 w 551535"/>
                <a:gd name="connsiteY32" fmla="*/ 31121 h 57836"/>
                <a:gd name="connsiteX33" fmla="*/ 81807 w 551535"/>
                <a:gd name="connsiteY33" fmla="*/ 31121 h 57836"/>
                <a:gd name="connsiteX34" fmla="*/ 81807 w 551535"/>
                <a:gd name="connsiteY34" fmla="*/ 16762 h 57836"/>
                <a:gd name="connsiteX35" fmla="*/ 81807 w 551535"/>
                <a:gd name="connsiteY35" fmla="*/ 16762 h 57836"/>
                <a:gd name="connsiteX36" fmla="*/ 88557 w 551535"/>
                <a:gd name="connsiteY36" fmla="*/ 36155 h 57836"/>
                <a:gd name="connsiteX37" fmla="*/ 95365 w 551535"/>
                <a:gd name="connsiteY37" fmla="*/ 41876 h 57836"/>
                <a:gd name="connsiteX38" fmla="*/ 97081 w 551535"/>
                <a:gd name="connsiteY38" fmla="*/ 56864 h 57836"/>
                <a:gd name="connsiteX39" fmla="*/ 103088 w 551535"/>
                <a:gd name="connsiteY39" fmla="*/ 56864 h 57836"/>
                <a:gd name="connsiteX40" fmla="*/ 101543 w 551535"/>
                <a:gd name="connsiteY40" fmla="*/ 45079 h 57836"/>
                <a:gd name="connsiteX41" fmla="*/ 94163 w 551535"/>
                <a:gd name="connsiteY41" fmla="*/ 33466 h 57836"/>
                <a:gd name="connsiteX42" fmla="*/ 94163 w 551535"/>
                <a:gd name="connsiteY42" fmla="*/ 33352 h 57836"/>
                <a:gd name="connsiteX43" fmla="*/ 102401 w 551535"/>
                <a:gd name="connsiteY43" fmla="*/ 23055 h 57836"/>
                <a:gd name="connsiteX44" fmla="*/ 91589 w 551535"/>
                <a:gd name="connsiteY44" fmla="*/ 11842 h 57836"/>
                <a:gd name="connsiteX45" fmla="*/ 76029 w 551535"/>
                <a:gd name="connsiteY45" fmla="*/ 11842 h 57836"/>
                <a:gd name="connsiteX46" fmla="*/ 76029 w 551535"/>
                <a:gd name="connsiteY46" fmla="*/ 56921 h 57836"/>
                <a:gd name="connsiteX47" fmla="*/ 81749 w 551535"/>
                <a:gd name="connsiteY47" fmla="*/ 56921 h 57836"/>
                <a:gd name="connsiteX48" fmla="*/ 81749 w 551535"/>
                <a:gd name="connsiteY48" fmla="*/ 36212 h 57836"/>
                <a:gd name="connsiteX49" fmla="*/ 88500 w 551535"/>
                <a:gd name="connsiteY49" fmla="*/ 36212 h 57836"/>
                <a:gd name="connsiteX50" fmla="*/ 136668 w 551535"/>
                <a:gd name="connsiteY50" fmla="*/ 24199 h 57836"/>
                <a:gd name="connsiteX51" fmla="*/ 124884 w 551535"/>
                <a:gd name="connsiteY51" fmla="*/ 10869 h 57836"/>
                <a:gd name="connsiteX52" fmla="*/ 110410 w 551535"/>
                <a:gd name="connsiteY52" fmla="*/ 27231 h 57836"/>
                <a:gd name="connsiteX53" fmla="*/ 110410 w 551535"/>
                <a:gd name="connsiteY53" fmla="*/ 39988 h 57836"/>
                <a:gd name="connsiteX54" fmla="*/ 124655 w 551535"/>
                <a:gd name="connsiteY54" fmla="*/ 57837 h 57836"/>
                <a:gd name="connsiteX55" fmla="*/ 137412 w 551535"/>
                <a:gd name="connsiteY55" fmla="*/ 43592 h 57836"/>
                <a:gd name="connsiteX56" fmla="*/ 131462 w 551535"/>
                <a:gd name="connsiteY56" fmla="*/ 43592 h 57836"/>
                <a:gd name="connsiteX57" fmla="*/ 124369 w 551535"/>
                <a:gd name="connsiteY57" fmla="*/ 53031 h 57836"/>
                <a:gd name="connsiteX58" fmla="*/ 116302 w 551535"/>
                <a:gd name="connsiteY58" fmla="*/ 40674 h 57836"/>
                <a:gd name="connsiteX59" fmla="*/ 116302 w 551535"/>
                <a:gd name="connsiteY59" fmla="*/ 28604 h 57836"/>
                <a:gd name="connsiteX60" fmla="*/ 117618 w 551535"/>
                <a:gd name="connsiteY60" fmla="*/ 19222 h 57836"/>
                <a:gd name="connsiteX61" fmla="*/ 124426 w 551535"/>
                <a:gd name="connsiteY61" fmla="*/ 15732 h 57836"/>
                <a:gd name="connsiteX62" fmla="*/ 129460 w 551535"/>
                <a:gd name="connsiteY62" fmla="*/ 17677 h 57836"/>
                <a:gd name="connsiteX63" fmla="*/ 130776 w 551535"/>
                <a:gd name="connsiteY63" fmla="*/ 24256 h 57836"/>
                <a:gd name="connsiteX64" fmla="*/ 136725 w 551535"/>
                <a:gd name="connsiteY64" fmla="*/ 24256 h 57836"/>
                <a:gd name="connsiteX65" fmla="*/ 151714 w 551535"/>
                <a:gd name="connsiteY65" fmla="*/ 56864 h 57836"/>
                <a:gd name="connsiteX66" fmla="*/ 151714 w 551535"/>
                <a:gd name="connsiteY66" fmla="*/ 36269 h 57836"/>
                <a:gd name="connsiteX67" fmla="*/ 167503 w 551535"/>
                <a:gd name="connsiteY67" fmla="*/ 36269 h 57836"/>
                <a:gd name="connsiteX68" fmla="*/ 167503 w 551535"/>
                <a:gd name="connsiteY68" fmla="*/ 56864 h 57836"/>
                <a:gd name="connsiteX69" fmla="*/ 173224 w 551535"/>
                <a:gd name="connsiteY69" fmla="*/ 56864 h 57836"/>
                <a:gd name="connsiteX70" fmla="*/ 173224 w 551535"/>
                <a:gd name="connsiteY70" fmla="*/ 11785 h 57836"/>
                <a:gd name="connsiteX71" fmla="*/ 167503 w 551535"/>
                <a:gd name="connsiteY71" fmla="*/ 11785 h 57836"/>
                <a:gd name="connsiteX72" fmla="*/ 167503 w 551535"/>
                <a:gd name="connsiteY72" fmla="*/ 31292 h 57836"/>
                <a:gd name="connsiteX73" fmla="*/ 151714 w 551535"/>
                <a:gd name="connsiteY73" fmla="*/ 31292 h 57836"/>
                <a:gd name="connsiteX74" fmla="*/ 151714 w 551535"/>
                <a:gd name="connsiteY74" fmla="*/ 11785 h 57836"/>
                <a:gd name="connsiteX75" fmla="*/ 145993 w 551535"/>
                <a:gd name="connsiteY75" fmla="*/ 11785 h 57836"/>
                <a:gd name="connsiteX76" fmla="*/ 145993 w 551535"/>
                <a:gd name="connsiteY76" fmla="*/ 56864 h 57836"/>
                <a:gd name="connsiteX77" fmla="*/ 151714 w 551535"/>
                <a:gd name="connsiteY77" fmla="*/ 56864 h 57836"/>
                <a:gd name="connsiteX78" fmla="*/ 211381 w 551535"/>
                <a:gd name="connsiteY78" fmla="*/ 23855 h 57836"/>
                <a:gd name="connsiteX79" fmla="*/ 197365 w 551535"/>
                <a:gd name="connsiteY79" fmla="*/ 10869 h 57836"/>
                <a:gd name="connsiteX80" fmla="*/ 183178 w 551535"/>
                <a:gd name="connsiteY80" fmla="*/ 25629 h 57836"/>
                <a:gd name="connsiteX81" fmla="*/ 183178 w 551535"/>
                <a:gd name="connsiteY81" fmla="*/ 40446 h 57836"/>
                <a:gd name="connsiteX82" fmla="*/ 197365 w 551535"/>
                <a:gd name="connsiteY82" fmla="*/ 57837 h 57836"/>
                <a:gd name="connsiteX83" fmla="*/ 211152 w 551535"/>
                <a:gd name="connsiteY83" fmla="*/ 54461 h 57836"/>
                <a:gd name="connsiteX84" fmla="*/ 211152 w 551535"/>
                <a:gd name="connsiteY84" fmla="*/ 32551 h 57836"/>
                <a:gd name="connsiteX85" fmla="*/ 197079 w 551535"/>
                <a:gd name="connsiteY85" fmla="*/ 32551 h 57836"/>
                <a:gd name="connsiteX86" fmla="*/ 197079 w 551535"/>
                <a:gd name="connsiteY86" fmla="*/ 37528 h 57836"/>
                <a:gd name="connsiteX87" fmla="*/ 205374 w 551535"/>
                <a:gd name="connsiteY87" fmla="*/ 37528 h 57836"/>
                <a:gd name="connsiteX88" fmla="*/ 205374 w 551535"/>
                <a:gd name="connsiteY88" fmla="*/ 51029 h 57836"/>
                <a:gd name="connsiteX89" fmla="*/ 197308 w 551535"/>
                <a:gd name="connsiteY89" fmla="*/ 53031 h 57836"/>
                <a:gd name="connsiteX90" fmla="*/ 189013 w 551535"/>
                <a:gd name="connsiteY90" fmla="*/ 40674 h 57836"/>
                <a:gd name="connsiteX91" fmla="*/ 189013 w 551535"/>
                <a:gd name="connsiteY91" fmla="*/ 25457 h 57836"/>
                <a:gd name="connsiteX92" fmla="*/ 197308 w 551535"/>
                <a:gd name="connsiteY92" fmla="*/ 15732 h 57836"/>
                <a:gd name="connsiteX93" fmla="*/ 205317 w 551535"/>
                <a:gd name="connsiteY93" fmla="*/ 23913 h 57836"/>
                <a:gd name="connsiteX94" fmla="*/ 211324 w 551535"/>
                <a:gd name="connsiteY94" fmla="*/ 23913 h 57836"/>
                <a:gd name="connsiteX95" fmla="*/ 245534 w 551535"/>
                <a:gd name="connsiteY95" fmla="*/ 56864 h 57836"/>
                <a:gd name="connsiteX96" fmla="*/ 245534 w 551535"/>
                <a:gd name="connsiteY96" fmla="*/ 51887 h 57836"/>
                <a:gd name="connsiteX97" fmla="*/ 227685 w 551535"/>
                <a:gd name="connsiteY97" fmla="*/ 51887 h 57836"/>
                <a:gd name="connsiteX98" fmla="*/ 227685 w 551535"/>
                <a:gd name="connsiteY98" fmla="*/ 36269 h 57836"/>
                <a:gd name="connsiteX99" fmla="*/ 243932 w 551535"/>
                <a:gd name="connsiteY99" fmla="*/ 36269 h 57836"/>
                <a:gd name="connsiteX100" fmla="*/ 243932 w 551535"/>
                <a:gd name="connsiteY100" fmla="*/ 31292 h 57836"/>
                <a:gd name="connsiteX101" fmla="*/ 227685 w 551535"/>
                <a:gd name="connsiteY101" fmla="*/ 31292 h 57836"/>
                <a:gd name="connsiteX102" fmla="*/ 227685 w 551535"/>
                <a:gd name="connsiteY102" fmla="*/ 16819 h 57836"/>
                <a:gd name="connsiteX103" fmla="*/ 245190 w 551535"/>
                <a:gd name="connsiteY103" fmla="*/ 16819 h 57836"/>
                <a:gd name="connsiteX104" fmla="*/ 245190 w 551535"/>
                <a:gd name="connsiteY104" fmla="*/ 11842 h 57836"/>
                <a:gd name="connsiteX105" fmla="*/ 221964 w 551535"/>
                <a:gd name="connsiteY105" fmla="*/ 11842 h 57836"/>
                <a:gd name="connsiteX106" fmla="*/ 221964 w 551535"/>
                <a:gd name="connsiteY106" fmla="*/ 56921 h 57836"/>
                <a:gd name="connsiteX107" fmla="*/ 245534 w 551535"/>
                <a:gd name="connsiteY107" fmla="*/ 56921 h 57836"/>
                <a:gd name="connsiteX108" fmla="*/ 258463 w 551535"/>
                <a:gd name="connsiteY108" fmla="*/ 56864 h 57836"/>
                <a:gd name="connsiteX109" fmla="*/ 258463 w 551535"/>
                <a:gd name="connsiteY109" fmla="*/ 36269 h 57836"/>
                <a:gd name="connsiteX110" fmla="*/ 274195 w 551535"/>
                <a:gd name="connsiteY110" fmla="*/ 36269 h 57836"/>
                <a:gd name="connsiteX111" fmla="*/ 274195 w 551535"/>
                <a:gd name="connsiteY111" fmla="*/ 31292 h 57836"/>
                <a:gd name="connsiteX112" fmla="*/ 258463 w 551535"/>
                <a:gd name="connsiteY112" fmla="*/ 31292 h 57836"/>
                <a:gd name="connsiteX113" fmla="*/ 258463 w 551535"/>
                <a:gd name="connsiteY113" fmla="*/ 16819 h 57836"/>
                <a:gd name="connsiteX114" fmla="*/ 275053 w 551535"/>
                <a:gd name="connsiteY114" fmla="*/ 16819 h 57836"/>
                <a:gd name="connsiteX115" fmla="*/ 275053 w 551535"/>
                <a:gd name="connsiteY115" fmla="*/ 11842 h 57836"/>
                <a:gd name="connsiteX116" fmla="*/ 252685 w 551535"/>
                <a:gd name="connsiteY116" fmla="*/ 11842 h 57836"/>
                <a:gd name="connsiteX117" fmla="*/ 252685 w 551535"/>
                <a:gd name="connsiteY117" fmla="*/ 56921 h 57836"/>
                <a:gd name="connsiteX118" fmla="*/ 258405 w 551535"/>
                <a:gd name="connsiteY118" fmla="*/ 56921 h 57836"/>
                <a:gd name="connsiteX119" fmla="*/ 280659 w 551535"/>
                <a:gd name="connsiteY119" fmla="*/ 40388 h 57836"/>
                <a:gd name="connsiteX120" fmla="*/ 294846 w 551535"/>
                <a:gd name="connsiteY120" fmla="*/ 57779 h 57836"/>
                <a:gd name="connsiteX121" fmla="*/ 309034 w 551535"/>
                <a:gd name="connsiteY121" fmla="*/ 40388 h 57836"/>
                <a:gd name="connsiteX122" fmla="*/ 309034 w 551535"/>
                <a:gd name="connsiteY122" fmla="*/ 11785 h 57836"/>
                <a:gd name="connsiteX123" fmla="*/ 303313 w 551535"/>
                <a:gd name="connsiteY123" fmla="*/ 11785 h 57836"/>
                <a:gd name="connsiteX124" fmla="*/ 303313 w 551535"/>
                <a:gd name="connsiteY124" fmla="*/ 40617 h 57836"/>
                <a:gd name="connsiteX125" fmla="*/ 294846 w 551535"/>
                <a:gd name="connsiteY125" fmla="*/ 52974 h 57836"/>
                <a:gd name="connsiteX126" fmla="*/ 286437 w 551535"/>
                <a:gd name="connsiteY126" fmla="*/ 40617 h 57836"/>
                <a:gd name="connsiteX127" fmla="*/ 286437 w 551535"/>
                <a:gd name="connsiteY127" fmla="*/ 11785 h 57836"/>
                <a:gd name="connsiteX128" fmla="*/ 280716 w 551535"/>
                <a:gd name="connsiteY128" fmla="*/ 11785 h 57836"/>
                <a:gd name="connsiteX129" fmla="*/ 280716 w 551535"/>
                <a:gd name="connsiteY129" fmla="*/ 40388 h 57836"/>
                <a:gd name="connsiteX130" fmla="*/ 280716 w 551535"/>
                <a:gd name="connsiteY130" fmla="*/ 40388 h 57836"/>
                <a:gd name="connsiteX131" fmla="*/ 292329 w 551535"/>
                <a:gd name="connsiteY131" fmla="*/ 0 h 57836"/>
                <a:gd name="connsiteX132" fmla="*/ 286494 w 551535"/>
                <a:gd name="connsiteY132" fmla="*/ 0 h 57836"/>
                <a:gd name="connsiteX133" fmla="*/ 286494 w 551535"/>
                <a:gd name="connsiteY133" fmla="*/ 6464 h 57836"/>
                <a:gd name="connsiteX134" fmla="*/ 292329 w 551535"/>
                <a:gd name="connsiteY134" fmla="*/ 6464 h 57836"/>
                <a:gd name="connsiteX135" fmla="*/ 292329 w 551535"/>
                <a:gd name="connsiteY135" fmla="*/ 0 h 57836"/>
                <a:gd name="connsiteX136" fmla="*/ 292329 w 551535"/>
                <a:gd name="connsiteY136" fmla="*/ 0 h 57836"/>
                <a:gd name="connsiteX137" fmla="*/ 303313 w 551535"/>
                <a:gd name="connsiteY137" fmla="*/ 0 h 57836"/>
                <a:gd name="connsiteX138" fmla="*/ 297478 w 551535"/>
                <a:gd name="connsiteY138" fmla="*/ 0 h 57836"/>
                <a:gd name="connsiteX139" fmla="*/ 297478 w 551535"/>
                <a:gd name="connsiteY139" fmla="*/ 6464 h 57836"/>
                <a:gd name="connsiteX140" fmla="*/ 303313 w 551535"/>
                <a:gd name="connsiteY140" fmla="*/ 6464 h 57836"/>
                <a:gd name="connsiteX141" fmla="*/ 303313 w 551535"/>
                <a:gd name="connsiteY141" fmla="*/ 0 h 57836"/>
                <a:gd name="connsiteX142" fmla="*/ 303313 w 551535"/>
                <a:gd name="connsiteY142" fmla="*/ 0 h 57836"/>
                <a:gd name="connsiteX143" fmla="*/ 325109 w 551535"/>
                <a:gd name="connsiteY143" fmla="*/ 56864 h 57836"/>
                <a:gd name="connsiteX144" fmla="*/ 325109 w 551535"/>
                <a:gd name="connsiteY144" fmla="*/ 36269 h 57836"/>
                <a:gd name="connsiteX145" fmla="*/ 340898 w 551535"/>
                <a:gd name="connsiteY145" fmla="*/ 36269 h 57836"/>
                <a:gd name="connsiteX146" fmla="*/ 340898 w 551535"/>
                <a:gd name="connsiteY146" fmla="*/ 56864 h 57836"/>
                <a:gd name="connsiteX147" fmla="*/ 346619 w 551535"/>
                <a:gd name="connsiteY147" fmla="*/ 56864 h 57836"/>
                <a:gd name="connsiteX148" fmla="*/ 346619 w 551535"/>
                <a:gd name="connsiteY148" fmla="*/ 11785 h 57836"/>
                <a:gd name="connsiteX149" fmla="*/ 340898 w 551535"/>
                <a:gd name="connsiteY149" fmla="*/ 11785 h 57836"/>
                <a:gd name="connsiteX150" fmla="*/ 340898 w 551535"/>
                <a:gd name="connsiteY150" fmla="*/ 31292 h 57836"/>
                <a:gd name="connsiteX151" fmla="*/ 325109 w 551535"/>
                <a:gd name="connsiteY151" fmla="*/ 31292 h 57836"/>
                <a:gd name="connsiteX152" fmla="*/ 325109 w 551535"/>
                <a:gd name="connsiteY152" fmla="*/ 11785 h 57836"/>
                <a:gd name="connsiteX153" fmla="*/ 319388 w 551535"/>
                <a:gd name="connsiteY153" fmla="*/ 11785 h 57836"/>
                <a:gd name="connsiteX154" fmla="*/ 319388 w 551535"/>
                <a:gd name="connsiteY154" fmla="*/ 56864 h 57836"/>
                <a:gd name="connsiteX155" fmla="*/ 325109 w 551535"/>
                <a:gd name="connsiteY155" fmla="*/ 56864 h 57836"/>
                <a:gd name="connsiteX156" fmla="*/ 362751 w 551535"/>
                <a:gd name="connsiteY156" fmla="*/ 16762 h 57836"/>
                <a:gd name="connsiteX157" fmla="*/ 371447 w 551535"/>
                <a:gd name="connsiteY157" fmla="*/ 16762 h 57836"/>
                <a:gd name="connsiteX158" fmla="*/ 377511 w 551535"/>
                <a:gd name="connsiteY158" fmla="*/ 23627 h 57836"/>
                <a:gd name="connsiteX159" fmla="*/ 371390 w 551535"/>
                <a:gd name="connsiteY159" fmla="*/ 31121 h 57836"/>
                <a:gd name="connsiteX160" fmla="*/ 362751 w 551535"/>
                <a:gd name="connsiteY160" fmla="*/ 31121 h 57836"/>
                <a:gd name="connsiteX161" fmla="*/ 362751 w 551535"/>
                <a:gd name="connsiteY161" fmla="*/ 16762 h 57836"/>
                <a:gd name="connsiteX162" fmla="*/ 362751 w 551535"/>
                <a:gd name="connsiteY162" fmla="*/ 16762 h 57836"/>
                <a:gd name="connsiteX163" fmla="*/ 369502 w 551535"/>
                <a:gd name="connsiteY163" fmla="*/ 36155 h 57836"/>
                <a:gd name="connsiteX164" fmla="*/ 376309 w 551535"/>
                <a:gd name="connsiteY164" fmla="*/ 41876 h 57836"/>
                <a:gd name="connsiteX165" fmla="*/ 378083 w 551535"/>
                <a:gd name="connsiteY165" fmla="*/ 56864 h 57836"/>
                <a:gd name="connsiteX166" fmla="*/ 384089 w 551535"/>
                <a:gd name="connsiteY166" fmla="*/ 56864 h 57836"/>
                <a:gd name="connsiteX167" fmla="*/ 382545 w 551535"/>
                <a:gd name="connsiteY167" fmla="*/ 45079 h 57836"/>
                <a:gd name="connsiteX168" fmla="*/ 375165 w 551535"/>
                <a:gd name="connsiteY168" fmla="*/ 33466 h 57836"/>
                <a:gd name="connsiteX169" fmla="*/ 375165 w 551535"/>
                <a:gd name="connsiteY169" fmla="*/ 33352 h 57836"/>
                <a:gd name="connsiteX170" fmla="*/ 383403 w 551535"/>
                <a:gd name="connsiteY170" fmla="*/ 23055 h 57836"/>
                <a:gd name="connsiteX171" fmla="*/ 372591 w 551535"/>
                <a:gd name="connsiteY171" fmla="*/ 11842 h 57836"/>
                <a:gd name="connsiteX172" fmla="*/ 357031 w 551535"/>
                <a:gd name="connsiteY172" fmla="*/ 11842 h 57836"/>
                <a:gd name="connsiteX173" fmla="*/ 357031 w 551535"/>
                <a:gd name="connsiteY173" fmla="*/ 56921 h 57836"/>
                <a:gd name="connsiteX174" fmla="*/ 362751 w 551535"/>
                <a:gd name="connsiteY174" fmla="*/ 56921 h 57836"/>
                <a:gd name="connsiteX175" fmla="*/ 362751 w 551535"/>
                <a:gd name="connsiteY175" fmla="*/ 36212 h 57836"/>
                <a:gd name="connsiteX176" fmla="*/ 369502 w 551535"/>
                <a:gd name="connsiteY176" fmla="*/ 36212 h 57836"/>
                <a:gd name="connsiteX177" fmla="*/ 387694 w 551535"/>
                <a:gd name="connsiteY177" fmla="*/ 11785 h 57836"/>
                <a:gd name="connsiteX178" fmla="*/ 387694 w 551535"/>
                <a:gd name="connsiteY178" fmla="*/ 16762 h 57836"/>
                <a:gd name="connsiteX179" fmla="*/ 399536 w 551535"/>
                <a:gd name="connsiteY179" fmla="*/ 16762 h 57836"/>
                <a:gd name="connsiteX180" fmla="*/ 399536 w 551535"/>
                <a:gd name="connsiteY180" fmla="*/ 56864 h 57836"/>
                <a:gd name="connsiteX181" fmla="*/ 405256 w 551535"/>
                <a:gd name="connsiteY181" fmla="*/ 56864 h 57836"/>
                <a:gd name="connsiteX182" fmla="*/ 405256 w 551535"/>
                <a:gd name="connsiteY182" fmla="*/ 16762 h 57836"/>
                <a:gd name="connsiteX183" fmla="*/ 417098 w 551535"/>
                <a:gd name="connsiteY183" fmla="*/ 16762 h 57836"/>
                <a:gd name="connsiteX184" fmla="*/ 417098 w 551535"/>
                <a:gd name="connsiteY184" fmla="*/ 11785 h 57836"/>
                <a:gd name="connsiteX185" fmla="*/ 387636 w 551535"/>
                <a:gd name="connsiteY185" fmla="*/ 11785 h 57836"/>
                <a:gd name="connsiteX186" fmla="*/ 465782 w 551535"/>
                <a:gd name="connsiteY186" fmla="*/ 11785 h 57836"/>
                <a:gd name="connsiteX187" fmla="*/ 459889 w 551535"/>
                <a:gd name="connsiteY187" fmla="*/ 11785 h 57836"/>
                <a:gd name="connsiteX188" fmla="*/ 449306 w 551535"/>
                <a:gd name="connsiteY188" fmla="*/ 51429 h 57836"/>
                <a:gd name="connsiteX189" fmla="*/ 449191 w 551535"/>
                <a:gd name="connsiteY189" fmla="*/ 51429 h 57836"/>
                <a:gd name="connsiteX190" fmla="*/ 438894 w 551535"/>
                <a:gd name="connsiteY190" fmla="*/ 11785 h 57836"/>
                <a:gd name="connsiteX191" fmla="*/ 432658 w 551535"/>
                <a:gd name="connsiteY191" fmla="*/ 11785 h 57836"/>
                <a:gd name="connsiteX192" fmla="*/ 445702 w 551535"/>
                <a:gd name="connsiteY192" fmla="*/ 56864 h 57836"/>
                <a:gd name="connsiteX193" fmla="*/ 452567 w 551535"/>
                <a:gd name="connsiteY193" fmla="*/ 56864 h 57836"/>
                <a:gd name="connsiteX194" fmla="*/ 465724 w 551535"/>
                <a:gd name="connsiteY194" fmla="*/ 11785 h 57836"/>
                <a:gd name="connsiteX195" fmla="*/ 465724 w 551535"/>
                <a:gd name="connsiteY195" fmla="*/ 11785 h 57836"/>
                <a:gd name="connsiteX196" fmla="*/ 485632 w 551535"/>
                <a:gd name="connsiteY196" fmla="*/ 57837 h 57836"/>
                <a:gd name="connsiteX197" fmla="*/ 499820 w 551535"/>
                <a:gd name="connsiteY197" fmla="*/ 40446 h 57836"/>
                <a:gd name="connsiteX198" fmla="*/ 499820 w 551535"/>
                <a:gd name="connsiteY198" fmla="*/ 25629 h 57836"/>
                <a:gd name="connsiteX199" fmla="*/ 485632 w 551535"/>
                <a:gd name="connsiteY199" fmla="*/ 10927 h 57836"/>
                <a:gd name="connsiteX200" fmla="*/ 471445 w 551535"/>
                <a:gd name="connsiteY200" fmla="*/ 25629 h 57836"/>
                <a:gd name="connsiteX201" fmla="*/ 471445 w 551535"/>
                <a:gd name="connsiteY201" fmla="*/ 40446 h 57836"/>
                <a:gd name="connsiteX202" fmla="*/ 485632 w 551535"/>
                <a:gd name="connsiteY202" fmla="*/ 57837 h 57836"/>
                <a:gd name="connsiteX203" fmla="*/ 485632 w 551535"/>
                <a:gd name="connsiteY203" fmla="*/ 57837 h 57836"/>
                <a:gd name="connsiteX204" fmla="*/ 485632 w 551535"/>
                <a:gd name="connsiteY204" fmla="*/ 53031 h 57836"/>
                <a:gd name="connsiteX205" fmla="*/ 477337 w 551535"/>
                <a:gd name="connsiteY205" fmla="*/ 40674 h 57836"/>
                <a:gd name="connsiteX206" fmla="*/ 477337 w 551535"/>
                <a:gd name="connsiteY206" fmla="*/ 25457 h 57836"/>
                <a:gd name="connsiteX207" fmla="*/ 485632 w 551535"/>
                <a:gd name="connsiteY207" fmla="*/ 15732 h 57836"/>
                <a:gd name="connsiteX208" fmla="*/ 493927 w 551535"/>
                <a:gd name="connsiteY208" fmla="*/ 25457 h 57836"/>
                <a:gd name="connsiteX209" fmla="*/ 493927 w 551535"/>
                <a:gd name="connsiteY209" fmla="*/ 40674 h 57836"/>
                <a:gd name="connsiteX210" fmla="*/ 485632 w 551535"/>
                <a:gd name="connsiteY210" fmla="*/ 53031 h 57836"/>
                <a:gd name="connsiteX211" fmla="*/ 485632 w 551535"/>
                <a:gd name="connsiteY211" fmla="*/ 53031 h 57836"/>
                <a:gd name="connsiteX212" fmla="*/ 515208 w 551535"/>
                <a:gd name="connsiteY212" fmla="*/ 16762 h 57836"/>
                <a:gd name="connsiteX213" fmla="*/ 515323 w 551535"/>
                <a:gd name="connsiteY213" fmla="*/ 16762 h 57836"/>
                <a:gd name="connsiteX214" fmla="*/ 527680 w 551535"/>
                <a:gd name="connsiteY214" fmla="*/ 56864 h 57836"/>
                <a:gd name="connsiteX215" fmla="*/ 533114 w 551535"/>
                <a:gd name="connsiteY215" fmla="*/ 56864 h 57836"/>
                <a:gd name="connsiteX216" fmla="*/ 545700 w 551535"/>
                <a:gd name="connsiteY216" fmla="*/ 16762 h 57836"/>
                <a:gd name="connsiteX217" fmla="*/ 545814 w 551535"/>
                <a:gd name="connsiteY217" fmla="*/ 16762 h 57836"/>
                <a:gd name="connsiteX218" fmla="*/ 545814 w 551535"/>
                <a:gd name="connsiteY218" fmla="*/ 56864 h 57836"/>
                <a:gd name="connsiteX219" fmla="*/ 551535 w 551535"/>
                <a:gd name="connsiteY219" fmla="*/ 56864 h 57836"/>
                <a:gd name="connsiteX220" fmla="*/ 551535 w 551535"/>
                <a:gd name="connsiteY220" fmla="*/ 11785 h 57836"/>
                <a:gd name="connsiteX221" fmla="*/ 542039 w 551535"/>
                <a:gd name="connsiteY221" fmla="*/ 11785 h 57836"/>
                <a:gd name="connsiteX222" fmla="*/ 530540 w 551535"/>
                <a:gd name="connsiteY222" fmla="*/ 49599 h 57836"/>
                <a:gd name="connsiteX223" fmla="*/ 530426 w 551535"/>
                <a:gd name="connsiteY223" fmla="*/ 49599 h 57836"/>
                <a:gd name="connsiteX224" fmla="*/ 519042 w 551535"/>
                <a:gd name="connsiteY224" fmla="*/ 11785 h 57836"/>
                <a:gd name="connsiteX225" fmla="*/ 509717 w 551535"/>
                <a:gd name="connsiteY225" fmla="*/ 11785 h 57836"/>
                <a:gd name="connsiteX226" fmla="*/ 509717 w 551535"/>
                <a:gd name="connsiteY226" fmla="*/ 56864 h 57836"/>
                <a:gd name="connsiteX227" fmla="*/ 515094 w 551535"/>
                <a:gd name="connsiteY227" fmla="*/ 56864 h 57836"/>
                <a:gd name="connsiteX228" fmla="*/ 515094 w 551535"/>
                <a:gd name="connsiteY228" fmla="*/ 16762 h 57836"/>
                <a:gd name="connsiteX229" fmla="*/ 515094 w 551535"/>
                <a:gd name="connsiteY229" fmla="*/ 16762 h 5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551535" h="57836">
                  <a:moveTo>
                    <a:pt x="5778" y="16762"/>
                  </a:moveTo>
                  <a:lnTo>
                    <a:pt x="13329" y="16762"/>
                  </a:lnTo>
                  <a:cubicBezTo>
                    <a:pt x="19336" y="16762"/>
                    <a:pt x="22140" y="20137"/>
                    <a:pt x="22140" y="29233"/>
                  </a:cubicBezTo>
                  <a:lnTo>
                    <a:pt x="22140" y="38329"/>
                  </a:lnTo>
                  <a:cubicBezTo>
                    <a:pt x="22140" y="48798"/>
                    <a:pt x="19222" y="51830"/>
                    <a:pt x="11213" y="51830"/>
                  </a:cubicBezTo>
                  <a:lnTo>
                    <a:pt x="5778" y="51830"/>
                  </a:lnTo>
                  <a:lnTo>
                    <a:pt x="5778" y="16762"/>
                  </a:lnTo>
                  <a:lnTo>
                    <a:pt x="5778" y="16762"/>
                  </a:lnTo>
                  <a:close/>
                  <a:moveTo>
                    <a:pt x="0" y="56864"/>
                  </a:moveTo>
                  <a:lnTo>
                    <a:pt x="10354" y="56864"/>
                  </a:lnTo>
                  <a:cubicBezTo>
                    <a:pt x="18249" y="56864"/>
                    <a:pt x="22769" y="54919"/>
                    <a:pt x="25229" y="51086"/>
                  </a:cubicBezTo>
                  <a:cubicBezTo>
                    <a:pt x="27117" y="48111"/>
                    <a:pt x="27974" y="42505"/>
                    <a:pt x="27974" y="32894"/>
                  </a:cubicBezTo>
                  <a:cubicBezTo>
                    <a:pt x="27974" y="31464"/>
                    <a:pt x="27803" y="22482"/>
                    <a:pt x="25972" y="18650"/>
                  </a:cubicBezTo>
                  <a:cubicBezTo>
                    <a:pt x="23741" y="13844"/>
                    <a:pt x="19622" y="11785"/>
                    <a:pt x="13844" y="11785"/>
                  </a:cubicBezTo>
                  <a:lnTo>
                    <a:pt x="0" y="11785"/>
                  </a:lnTo>
                  <a:lnTo>
                    <a:pt x="0" y="56864"/>
                  </a:lnTo>
                  <a:lnTo>
                    <a:pt x="0" y="56864"/>
                  </a:lnTo>
                  <a:close/>
                  <a:moveTo>
                    <a:pt x="37872" y="40388"/>
                  </a:moveTo>
                  <a:cubicBezTo>
                    <a:pt x="37872" y="52860"/>
                    <a:pt x="42505" y="57779"/>
                    <a:pt x="52059" y="57779"/>
                  </a:cubicBezTo>
                  <a:cubicBezTo>
                    <a:pt x="61612" y="57779"/>
                    <a:pt x="66246" y="52860"/>
                    <a:pt x="66246" y="40388"/>
                  </a:cubicBezTo>
                  <a:lnTo>
                    <a:pt x="66246" y="11785"/>
                  </a:lnTo>
                  <a:lnTo>
                    <a:pt x="60525" y="11785"/>
                  </a:lnTo>
                  <a:lnTo>
                    <a:pt x="60525" y="40617"/>
                  </a:lnTo>
                  <a:cubicBezTo>
                    <a:pt x="60525" y="50457"/>
                    <a:pt x="57550" y="52974"/>
                    <a:pt x="52116" y="52974"/>
                  </a:cubicBezTo>
                  <a:cubicBezTo>
                    <a:pt x="46681" y="52974"/>
                    <a:pt x="43649" y="50457"/>
                    <a:pt x="43649" y="40617"/>
                  </a:cubicBezTo>
                  <a:lnTo>
                    <a:pt x="43649" y="11785"/>
                  </a:lnTo>
                  <a:lnTo>
                    <a:pt x="37928" y="11785"/>
                  </a:lnTo>
                  <a:lnTo>
                    <a:pt x="37928" y="40388"/>
                  </a:lnTo>
                  <a:lnTo>
                    <a:pt x="37928" y="40388"/>
                  </a:lnTo>
                  <a:close/>
                  <a:moveTo>
                    <a:pt x="81807" y="16762"/>
                  </a:moveTo>
                  <a:lnTo>
                    <a:pt x="90502" y="16762"/>
                  </a:lnTo>
                  <a:cubicBezTo>
                    <a:pt x="94907" y="16762"/>
                    <a:pt x="96566" y="20366"/>
                    <a:pt x="96566" y="23627"/>
                  </a:cubicBezTo>
                  <a:cubicBezTo>
                    <a:pt x="96566" y="27574"/>
                    <a:pt x="94564" y="31121"/>
                    <a:pt x="90445" y="31121"/>
                  </a:cubicBezTo>
                  <a:lnTo>
                    <a:pt x="81807" y="31121"/>
                  </a:lnTo>
                  <a:lnTo>
                    <a:pt x="81807" y="16762"/>
                  </a:lnTo>
                  <a:lnTo>
                    <a:pt x="81807" y="16762"/>
                  </a:lnTo>
                  <a:close/>
                  <a:moveTo>
                    <a:pt x="88557" y="36155"/>
                  </a:moveTo>
                  <a:cubicBezTo>
                    <a:pt x="90502" y="36155"/>
                    <a:pt x="94907" y="36384"/>
                    <a:pt x="95365" y="41876"/>
                  </a:cubicBezTo>
                  <a:cubicBezTo>
                    <a:pt x="95879" y="47882"/>
                    <a:pt x="95479" y="53718"/>
                    <a:pt x="97081" y="56864"/>
                  </a:cubicBezTo>
                  <a:lnTo>
                    <a:pt x="103088" y="56864"/>
                  </a:lnTo>
                  <a:cubicBezTo>
                    <a:pt x="102230" y="54061"/>
                    <a:pt x="101600" y="47024"/>
                    <a:pt x="101543" y="45079"/>
                  </a:cubicBezTo>
                  <a:cubicBezTo>
                    <a:pt x="101257" y="36041"/>
                    <a:pt x="99369" y="34267"/>
                    <a:pt x="94163" y="33466"/>
                  </a:cubicBezTo>
                  <a:lnTo>
                    <a:pt x="94163" y="33352"/>
                  </a:lnTo>
                  <a:cubicBezTo>
                    <a:pt x="99483" y="32437"/>
                    <a:pt x="102401" y="28375"/>
                    <a:pt x="102401" y="23055"/>
                  </a:cubicBezTo>
                  <a:cubicBezTo>
                    <a:pt x="102401" y="17448"/>
                    <a:pt x="99598" y="11842"/>
                    <a:pt x="91589" y="11842"/>
                  </a:cubicBezTo>
                  <a:lnTo>
                    <a:pt x="76029" y="11842"/>
                  </a:lnTo>
                  <a:lnTo>
                    <a:pt x="76029" y="56921"/>
                  </a:lnTo>
                  <a:lnTo>
                    <a:pt x="81749" y="56921"/>
                  </a:lnTo>
                  <a:lnTo>
                    <a:pt x="81749" y="36212"/>
                  </a:lnTo>
                  <a:lnTo>
                    <a:pt x="88500" y="36212"/>
                  </a:lnTo>
                  <a:close/>
                  <a:moveTo>
                    <a:pt x="136668" y="24199"/>
                  </a:moveTo>
                  <a:cubicBezTo>
                    <a:pt x="137240" y="15446"/>
                    <a:pt x="133808" y="10869"/>
                    <a:pt x="124884" y="10869"/>
                  </a:cubicBezTo>
                  <a:cubicBezTo>
                    <a:pt x="115959" y="10869"/>
                    <a:pt x="110410" y="14473"/>
                    <a:pt x="110410" y="27231"/>
                  </a:cubicBezTo>
                  <a:lnTo>
                    <a:pt x="110410" y="39988"/>
                  </a:lnTo>
                  <a:cubicBezTo>
                    <a:pt x="110410" y="57493"/>
                    <a:pt x="118991" y="57837"/>
                    <a:pt x="124655" y="57837"/>
                  </a:cubicBezTo>
                  <a:cubicBezTo>
                    <a:pt x="127572" y="57837"/>
                    <a:pt x="137641" y="57837"/>
                    <a:pt x="137412" y="43592"/>
                  </a:cubicBezTo>
                  <a:lnTo>
                    <a:pt x="131462" y="43592"/>
                  </a:lnTo>
                  <a:cubicBezTo>
                    <a:pt x="131405" y="52402"/>
                    <a:pt x="126085" y="53031"/>
                    <a:pt x="124369" y="53031"/>
                  </a:cubicBezTo>
                  <a:cubicBezTo>
                    <a:pt x="119964" y="53031"/>
                    <a:pt x="116302" y="51715"/>
                    <a:pt x="116302" y="40674"/>
                  </a:cubicBezTo>
                  <a:lnTo>
                    <a:pt x="116302" y="28604"/>
                  </a:lnTo>
                  <a:cubicBezTo>
                    <a:pt x="116302" y="20881"/>
                    <a:pt x="117447" y="19737"/>
                    <a:pt x="117618" y="19222"/>
                  </a:cubicBezTo>
                  <a:cubicBezTo>
                    <a:pt x="117790" y="18592"/>
                    <a:pt x="119678" y="15732"/>
                    <a:pt x="124426" y="15732"/>
                  </a:cubicBezTo>
                  <a:cubicBezTo>
                    <a:pt x="125627" y="15732"/>
                    <a:pt x="128316" y="16247"/>
                    <a:pt x="129460" y="17677"/>
                  </a:cubicBezTo>
                  <a:cubicBezTo>
                    <a:pt x="130661" y="19107"/>
                    <a:pt x="130833" y="21682"/>
                    <a:pt x="130776" y="24256"/>
                  </a:cubicBezTo>
                  <a:lnTo>
                    <a:pt x="136725" y="24256"/>
                  </a:lnTo>
                  <a:close/>
                  <a:moveTo>
                    <a:pt x="151714" y="56864"/>
                  </a:moveTo>
                  <a:lnTo>
                    <a:pt x="151714" y="36269"/>
                  </a:lnTo>
                  <a:lnTo>
                    <a:pt x="167503" y="36269"/>
                  </a:lnTo>
                  <a:lnTo>
                    <a:pt x="167503" y="56864"/>
                  </a:lnTo>
                  <a:lnTo>
                    <a:pt x="173224" y="56864"/>
                  </a:lnTo>
                  <a:lnTo>
                    <a:pt x="173224" y="11785"/>
                  </a:lnTo>
                  <a:lnTo>
                    <a:pt x="167503" y="11785"/>
                  </a:lnTo>
                  <a:lnTo>
                    <a:pt x="167503" y="31292"/>
                  </a:lnTo>
                  <a:lnTo>
                    <a:pt x="151714" y="31292"/>
                  </a:lnTo>
                  <a:lnTo>
                    <a:pt x="151714" y="11785"/>
                  </a:lnTo>
                  <a:lnTo>
                    <a:pt x="145993" y="11785"/>
                  </a:lnTo>
                  <a:lnTo>
                    <a:pt x="145993" y="56864"/>
                  </a:lnTo>
                  <a:lnTo>
                    <a:pt x="151714" y="56864"/>
                  </a:lnTo>
                  <a:close/>
                  <a:moveTo>
                    <a:pt x="211381" y="23855"/>
                  </a:moveTo>
                  <a:cubicBezTo>
                    <a:pt x="211724" y="14416"/>
                    <a:pt x="207148" y="10869"/>
                    <a:pt x="197365" y="10869"/>
                  </a:cubicBezTo>
                  <a:cubicBezTo>
                    <a:pt x="187583" y="10869"/>
                    <a:pt x="183178" y="16590"/>
                    <a:pt x="183178" y="25629"/>
                  </a:cubicBezTo>
                  <a:lnTo>
                    <a:pt x="183178" y="40446"/>
                  </a:lnTo>
                  <a:cubicBezTo>
                    <a:pt x="183178" y="52917"/>
                    <a:pt x="187811" y="57837"/>
                    <a:pt x="197365" y="57837"/>
                  </a:cubicBezTo>
                  <a:cubicBezTo>
                    <a:pt x="203200" y="57837"/>
                    <a:pt x="207491" y="56464"/>
                    <a:pt x="211152" y="54461"/>
                  </a:cubicBezTo>
                  <a:lnTo>
                    <a:pt x="211152" y="32551"/>
                  </a:lnTo>
                  <a:lnTo>
                    <a:pt x="197079" y="32551"/>
                  </a:lnTo>
                  <a:lnTo>
                    <a:pt x="197079" y="37528"/>
                  </a:lnTo>
                  <a:lnTo>
                    <a:pt x="205374" y="37528"/>
                  </a:lnTo>
                  <a:lnTo>
                    <a:pt x="205374" y="51029"/>
                  </a:lnTo>
                  <a:cubicBezTo>
                    <a:pt x="204173" y="51887"/>
                    <a:pt x="201427" y="53031"/>
                    <a:pt x="197308" y="53031"/>
                  </a:cubicBezTo>
                  <a:cubicBezTo>
                    <a:pt x="191873" y="53031"/>
                    <a:pt x="189013" y="50514"/>
                    <a:pt x="189013" y="40674"/>
                  </a:cubicBezTo>
                  <a:lnTo>
                    <a:pt x="189013" y="25457"/>
                  </a:lnTo>
                  <a:cubicBezTo>
                    <a:pt x="189013" y="16018"/>
                    <a:pt x="195535" y="15732"/>
                    <a:pt x="197308" y="15732"/>
                  </a:cubicBezTo>
                  <a:cubicBezTo>
                    <a:pt x="203143" y="15732"/>
                    <a:pt x="205317" y="18592"/>
                    <a:pt x="205317" y="23913"/>
                  </a:cubicBezTo>
                  <a:lnTo>
                    <a:pt x="211324" y="23913"/>
                  </a:lnTo>
                  <a:close/>
                  <a:moveTo>
                    <a:pt x="245534" y="56864"/>
                  </a:moveTo>
                  <a:lnTo>
                    <a:pt x="245534" y="51887"/>
                  </a:lnTo>
                  <a:lnTo>
                    <a:pt x="227685" y="51887"/>
                  </a:lnTo>
                  <a:lnTo>
                    <a:pt x="227685" y="36269"/>
                  </a:lnTo>
                  <a:lnTo>
                    <a:pt x="243932" y="36269"/>
                  </a:lnTo>
                  <a:lnTo>
                    <a:pt x="243932" y="31292"/>
                  </a:lnTo>
                  <a:lnTo>
                    <a:pt x="227685" y="31292"/>
                  </a:lnTo>
                  <a:lnTo>
                    <a:pt x="227685" y="16819"/>
                  </a:lnTo>
                  <a:lnTo>
                    <a:pt x="245190" y="16819"/>
                  </a:lnTo>
                  <a:lnTo>
                    <a:pt x="245190" y="11842"/>
                  </a:lnTo>
                  <a:lnTo>
                    <a:pt x="221964" y="11842"/>
                  </a:lnTo>
                  <a:lnTo>
                    <a:pt x="221964" y="56921"/>
                  </a:lnTo>
                  <a:lnTo>
                    <a:pt x="245534" y="56921"/>
                  </a:lnTo>
                  <a:close/>
                  <a:moveTo>
                    <a:pt x="258463" y="56864"/>
                  </a:moveTo>
                  <a:lnTo>
                    <a:pt x="258463" y="36269"/>
                  </a:lnTo>
                  <a:lnTo>
                    <a:pt x="274195" y="36269"/>
                  </a:lnTo>
                  <a:lnTo>
                    <a:pt x="274195" y="31292"/>
                  </a:lnTo>
                  <a:lnTo>
                    <a:pt x="258463" y="31292"/>
                  </a:lnTo>
                  <a:lnTo>
                    <a:pt x="258463" y="16819"/>
                  </a:lnTo>
                  <a:lnTo>
                    <a:pt x="275053" y="16819"/>
                  </a:lnTo>
                  <a:lnTo>
                    <a:pt x="275053" y="11842"/>
                  </a:lnTo>
                  <a:lnTo>
                    <a:pt x="252685" y="11842"/>
                  </a:lnTo>
                  <a:lnTo>
                    <a:pt x="252685" y="56921"/>
                  </a:lnTo>
                  <a:lnTo>
                    <a:pt x="258405" y="56921"/>
                  </a:lnTo>
                  <a:close/>
                  <a:moveTo>
                    <a:pt x="280659" y="40388"/>
                  </a:moveTo>
                  <a:cubicBezTo>
                    <a:pt x="280659" y="52860"/>
                    <a:pt x="285293" y="57779"/>
                    <a:pt x="294846" y="57779"/>
                  </a:cubicBezTo>
                  <a:cubicBezTo>
                    <a:pt x="304400" y="57779"/>
                    <a:pt x="309034" y="52860"/>
                    <a:pt x="309034" y="40388"/>
                  </a:cubicBezTo>
                  <a:lnTo>
                    <a:pt x="309034" y="11785"/>
                  </a:lnTo>
                  <a:lnTo>
                    <a:pt x="303313" y="11785"/>
                  </a:lnTo>
                  <a:lnTo>
                    <a:pt x="303313" y="40617"/>
                  </a:lnTo>
                  <a:cubicBezTo>
                    <a:pt x="303313" y="50457"/>
                    <a:pt x="300338" y="52974"/>
                    <a:pt x="294846" y="52974"/>
                  </a:cubicBezTo>
                  <a:cubicBezTo>
                    <a:pt x="289354" y="52974"/>
                    <a:pt x="286437" y="50457"/>
                    <a:pt x="286437" y="40617"/>
                  </a:cubicBezTo>
                  <a:lnTo>
                    <a:pt x="286437" y="11785"/>
                  </a:lnTo>
                  <a:lnTo>
                    <a:pt x="280716" y="11785"/>
                  </a:lnTo>
                  <a:lnTo>
                    <a:pt x="280716" y="40388"/>
                  </a:lnTo>
                  <a:lnTo>
                    <a:pt x="280716" y="40388"/>
                  </a:lnTo>
                  <a:close/>
                  <a:moveTo>
                    <a:pt x="292329" y="0"/>
                  </a:moveTo>
                  <a:lnTo>
                    <a:pt x="286494" y="0"/>
                  </a:lnTo>
                  <a:lnTo>
                    <a:pt x="286494" y="6464"/>
                  </a:lnTo>
                  <a:lnTo>
                    <a:pt x="292329" y="6464"/>
                  </a:lnTo>
                  <a:lnTo>
                    <a:pt x="292329" y="0"/>
                  </a:lnTo>
                  <a:lnTo>
                    <a:pt x="292329" y="0"/>
                  </a:lnTo>
                  <a:close/>
                  <a:moveTo>
                    <a:pt x="303313" y="0"/>
                  </a:moveTo>
                  <a:lnTo>
                    <a:pt x="297478" y="0"/>
                  </a:lnTo>
                  <a:lnTo>
                    <a:pt x="297478" y="6464"/>
                  </a:lnTo>
                  <a:lnTo>
                    <a:pt x="303313" y="6464"/>
                  </a:lnTo>
                  <a:lnTo>
                    <a:pt x="303313" y="0"/>
                  </a:lnTo>
                  <a:lnTo>
                    <a:pt x="303313" y="0"/>
                  </a:lnTo>
                  <a:close/>
                  <a:moveTo>
                    <a:pt x="325109" y="56864"/>
                  </a:moveTo>
                  <a:lnTo>
                    <a:pt x="325109" y="36269"/>
                  </a:lnTo>
                  <a:lnTo>
                    <a:pt x="340898" y="36269"/>
                  </a:lnTo>
                  <a:lnTo>
                    <a:pt x="340898" y="56864"/>
                  </a:lnTo>
                  <a:lnTo>
                    <a:pt x="346619" y="56864"/>
                  </a:lnTo>
                  <a:lnTo>
                    <a:pt x="346619" y="11785"/>
                  </a:lnTo>
                  <a:lnTo>
                    <a:pt x="340898" y="11785"/>
                  </a:lnTo>
                  <a:lnTo>
                    <a:pt x="340898" y="31292"/>
                  </a:lnTo>
                  <a:lnTo>
                    <a:pt x="325109" y="31292"/>
                  </a:lnTo>
                  <a:lnTo>
                    <a:pt x="325109" y="11785"/>
                  </a:lnTo>
                  <a:lnTo>
                    <a:pt x="319388" y="11785"/>
                  </a:lnTo>
                  <a:lnTo>
                    <a:pt x="319388" y="56864"/>
                  </a:lnTo>
                  <a:lnTo>
                    <a:pt x="325109" y="56864"/>
                  </a:lnTo>
                  <a:close/>
                  <a:moveTo>
                    <a:pt x="362751" y="16762"/>
                  </a:moveTo>
                  <a:lnTo>
                    <a:pt x="371447" y="16762"/>
                  </a:lnTo>
                  <a:cubicBezTo>
                    <a:pt x="375852" y="16762"/>
                    <a:pt x="377511" y="20366"/>
                    <a:pt x="377511" y="23627"/>
                  </a:cubicBezTo>
                  <a:cubicBezTo>
                    <a:pt x="377511" y="27574"/>
                    <a:pt x="375508" y="31121"/>
                    <a:pt x="371390" y="31121"/>
                  </a:cubicBezTo>
                  <a:lnTo>
                    <a:pt x="362751" y="31121"/>
                  </a:lnTo>
                  <a:lnTo>
                    <a:pt x="362751" y="16762"/>
                  </a:lnTo>
                  <a:lnTo>
                    <a:pt x="362751" y="16762"/>
                  </a:lnTo>
                  <a:close/>
                  <a:moveTo>
                    <a:pt x="369502" y="36155"/>
                  </a:moveTo>
                  <a:cubicBezTo>
                    <a:pt x="371447" y="36155"/>
                    <a:pt x="375852" y="36384"/>
                    <a:pt x="376309" y="41876"/>
                  </a:cubicBezTo>
                  <a:cubicBezTo>
                    <a:pt x="376824" y="47882"/>
                    <a:pt x="376424" y="53718"/>
                    <a:pt x="378083" y="56864"/>
                  </a:cubicBezTo>
                  <a:lnTo>
                    <a:pt x="384089" y="56864"/>
                  </a:lnTo>
                  <a:cubicBezTo>
                    <a:pt x="383232" y="54061"/>
                    <a:pt x="382602" y="47024"/>
                    <a:pt x="382545" y="45079"/>
                  </a:cubicBezTo>
                  <a:cubicBezTo>
                    <a:pt x="382259" y="36041"/>
                    <a:pt x="380371" y="34267"/>
                    <a:pt x="375165" y="33466"/>
                  </a:cubicBezTo>
                  <a:lnTo>
                    <a:pt x="375165" y="33352"/>
                  </a:lnTo>
                  <a:cubicBezTo>
                    <a:pt x="380485" y="32437"/>
                    <a:pt x="383403" y="28375"/>
                    <a:pt x="383403" y="23055"/>
                  </a:cubicBezTo>
                  <a:cubicBezTo>
                    <a:pt x="383403" y="17448"/>
                    <a:pt x="380600" y="11842"/>
                    <a:pt x="372591" y="11842"/>
                  </a:cubicBezTo>
                  <a:lnTo>
                    <a:pt x="357031" y="11842"/>
                  </a:lnTo>
                  <a:lnTo>
                    <a:pt x="357031" y="56921"/>
                  </a:lnTo>
                  <a:lnTo>
                    <a:pt x="362751" y="56921"/>
                  </a:lnTo>
                  <a:lnTo>
                    <a:pt x="362751" y="36212"/>
                  </a:lnTo>
                  <a:lnTo>
                    <a:pt x="369502" y="36212"/>
                  </a:lnTo>
                  <a:close/>
                  <a:moveTo>
                    <a:pt x="387694" y="11785"/>
                  </a:moveTo>
                  <a:lnTo>
                    <a:pt x="387694" y="16762"/>
                  </a:lnTo>
                  <a:lnTo>
                    <a:pt x="399536" y="16762"/>
                  </a:lnTo>
                  <a:lnTo>
                    <a:pt x="399536" y="56864"/>
                  </a:lnTo>
                  <a:lnTo>
                    <a:pt x="405256" y="56864"/>
                  </a:lnTo>
                  <a:lnTo>
                    <a:pt x="405256" y="16762"/>
                  </a:lnTo>
                  <a:lnTo>
                    <a:pt x="417098" y="16762"/>
                  </a:lnTo>
                  <a:lnTo>
                    <a:pt x="417098" y="11785"/>
                  </a:lnTo>
                  <a:lnTo>
                    <a:pt x="387636" y="11785"/>
                  </a:lnTo>
                  <a:close/>
                  <a:moveTo>
                    <a:pt x="465782" y="11785"/>
                  </a:moveTo>
                  <a:lnTo>
                    <a:pt x="459889" y="11785"/>
                  </a:lnTo>
                  <a:lnTo>
                    <a:pt x="449306" y="51429"/>
                  </a:lnTo>
                  <a:lnTo>
                    <a:pt x="449191" y="51429"/>
                  </a:lnTo>
                  <a:lnTo>
                    <a:pt x="438894" y="11785"/>
                  </a:lnTo>
                  <a:lnTo>
                    <a:pt x="432658" y="11785"/>
                  </a:lnTo>
                  <a:lnTo>
                    <a:pt x="445702" y="56864"/>
                  </a:lnTo>
                  <a:lnTo>
                    <a:pt x="452567" y="56864"/>
                  </a:lnTo>
                  <a:lnTo>
                    <a:pt x="465724" y="11785"/>
                  </a:lnTo>
                  <a:lnTo>
                    <a:pt x="465724" y="11785"/>
                  </a:lnTo>
                  <a:close/>
                  <a:moveTo>
                    <a:pt x="485632" y="57837"/>
                  </a:moveTo>
                  <a:cubicBezTo>
                    <a:pt x="495186" y="57837"/>
                    <a:pt x="499820" y="52917"/>
                    <a:pt x="499820" y="40446"/>
                  </a:cubicBezTo>
                  <a:lnTo>
                    <a:pt x="499820" y="25629"/>
                  </a:lnTo>
                  <a:cubicBezTo>
                    <a:pt x="499820" y="16647"/>
                    <a:pt x="495186" y="10927"/>
                    <a:pt x="485632" y="10927"/>
                  </a:cubicBezTo>
                  <a:cubicBezTo>
                    <a:pt x="476079" y="10927"/>
                    <a:pt x="471445" y="16647"/>
                    <a:pt x="471445" y="25629"/>
                  </a:cubicBezTo>
                  <a:lnTo>
                    <a:pt x="471445" y="40446"/>
                  </a:lnTo>
                  <a:cubicBezTo>
                    <a:pt x="471445" y="52917"/>
                    <a:pt x="476079" y="57837"/>
                    <a:pt x="485632" y="57837"/>
                  </a:cubicBezTo>
                  <a:lnTo>
                    <a:pt x="485632" y="57837"/>
                  </a:lnTo>
                  <a:close/>
                  <a:moveTo>
                    <a:pt x="485632" y="53031"/>
                  </a:moveTo>
                  <a:cubicBezTo>
                    <a:pt x="480198" y="53031"/>
                    <a:pt x="477337" y="50514"/>
                    <a:pt x="477337" y="40674"/>
                  </a:cubicBezTo>
                  <a:lnTo>
                    <a:pt x="477337" y="25457"/>
                  </a:lnTo>
                  <a:cubicBezTo>
                    <a:pt x="477337" y="16018"/>
                    <a:pt x="483859" y="15732"/>
                    <a:pt x="485632" y="15732"/>
                  </a:cubicBezTo>
                  <a:cubicBezTo>
                    <a:pt x="487406" y="15732"/>
                    <a:pt x="493927" y="16018"/>
                    <a:pt x="493927" y="25457"/>
                  </a:cubicBezTo>
                  <a:lnTo>
                    <a:pt x="493927" y="40674"/>
                  </a:lnTo>
                  <a:cubicBezTo>
                    <a:pt x="493927" y="50514"/>
                    <a:pt x="491067" y="53031"/>
                    <a:pt x="485632" y="53031"/>
                  </a:cubicBezTo>
                  <a:lnTo>
                    <a:pt x="485632" y="53031"/>
                  </a:lnTo>
                  <a:close/>
                  <a:moveTo>
                    <a:pt x="515208" y="16762"/>
                  </a:moveTo>
                  <a:lnTo>
                    <a:pt x="515323" y="16762"/>
                  </a:lnTo>
                  <a:lnTo>
                    <a:pt x="527680" y="56864"/>
                  </a:lnTo>
                  <a:lnTo>
                    <a:pt x="533114" y="56864"/>
                  </a:lnTo>
                  <a:lnTo>
                    <a:pt x="545700" y="16762"/>
                  </a:lnTo>
                  <a:lnTo>
                    <a:pt x="545814" y="16762"/>
                  </a:lnTo>
                  <a:lnTo>
                    <a:pt x="545814" y="56864"/>
                  </a:lnTo>
                  <a:lnTo>
                    <a:pt x="551535" y="56864"/>
                  </a:lnTo>
                  <a:lnTo>
                    <a:pt x="551535" y="11785"/>
                  </a:lnTo>
                  <a:lnTo>
                    <a:pt x="542039" y="11785"/>
                  </a:lnTo>
                  <a:lnTo>
                    <a:pt x="530540" y="49599"/>
                  </a:lnTo>
                  <a:lnTo>
                    <a:pt x="530426" y="49599"/>
                  </a:lnTo>
                  <a:lnTo>
                    <a:pt x="519042" y="11785"/>
                  </a:lnTo>
                  <a:lnTo>
                    <a:pt x="509717" y="11785"/>
                  </a:lnTo>
                  <a:lnTo>
                    <a:pt x="509717" y="56864"/>
                  </a:lnTo>
                  <a:lnTo>
                    <a:pt x="515094" y="56864"/>
                  </a:lnTo>
                  <a:lnTo>
                    <a:pt x="515094" y="16762"/>
                  </a:lnTo>
                  <a:lnTo>
                    <a:pt x="515094" y="16762"/>
                  </a:lnTo>
                  <a:close/>
                </a:path>
              </a:pathLst>
            </a:custGeom>
            <a:solidFill>
              <a:srgbClr val="1D1D1B"/>
            </a:solidFill>
            <a:ln w="5715" cap="flat">
              <a:noFill/>
              <a:prstDash val="solid"/>
              <a:miter/>
            </a:ln>
          </p:spPr>
          <p:txBody>
            <a:bodyPr rtlCol="0" anchor="ctr"/>
            <a:lstStyle/>
            <a:p>
              <a:endParaRPr lang="de-DE"/>
            </a:p>
          </p:txBody>
        </p:sp>
      </p:grpSp>
      <p:cxnSp>
        <p:nvCxnSpPr>
          <p:cNvPr id="7" name="Gerader Verbinder 6">
            <a:extLst>
              <a:ext uri="{FF2B5EF4-FFF2-40B4-BE49-F238E27FC236}">
                <a16:creationId xmlns:a16="http://schemas.microsoft.com/office/drawing/2014/main" id="{C19D2EB3-0D28-40DA-8DE1-96700B824CD4}"/>
              </a:ext>
            </a:extLst>
          </p:cNvPr>
          <p:cNvCxnSpPr>
            <a:cxnSpLocks/>
          </p:cNvCxnSpPr>
          <p:nvPr userDrawn="1"/>
        </p:nvCxnSpPr>
        <p:spPr>
          <a:xfrm>
            <a:off x="2268185" y="5477815"/>
            <a:ext cx="0" cy="83478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Gruppieren 17">
            <a:extLst>
              <a:ext uri="{FF2B5EF4-FFF2-40B4-BE49-F238E27FC236}">
                <a16:creationId xmlns:a16="http://schemas.microsoft.com/office/drawing/2014/main" id="{A1ECCB03-79B3-492A-A051-5CF26DD812D1}"/>
              </a:ext>
            </a:extLst>
          </p:cNvPr>
          <p:cNvGrpSpPr/>
          <p:nvPr userDrawn="1"/>
        </p:nvGrpSpPr>
        <p:grpSpPr>
          <a:xfrm>
            <a:off x="562096" y="3491036"/>
            <a:ext cx="7901359" cy="442938"/>
            <a:chOff x="480060" y="3483447"/>
            <a:chExt cx="7901359" cy="442938"/>
          </a:xfrm>
        </p:grpSpPr>
        <p:pic>
          <p:nvPicPr>
            <p:cNvPr id="31" name="Grafik 30" descr="Ein Bild, das Schrift, Screenshot, Grafiken, Logo enthält.&#10;&#10;Automatisch generierte Beschreibung">
              <a:extLst>
                <a:ext uri="{FF2B5EF4-FFF2-40B4-BE49-F238E27FC236}">
                  <a16:creationId xmlns:a16="http://schemas.microsoft.com/office/drawing/2014/main" id="{AC41EAA7-8F35-4572-ABA8-D42788D307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86" t="30579" r="11817" b="27864"/>
            <a:stretch/>
          </p:blipFill>
          <p:spPr>
            <a:xfrm>
              <a:off x="480060" y="3536201"/>
              <a:ext cx="1709401" cy="337431"/>
            </a:xfrm>
            <a:prstGeom prst="rect">
              <a:avLst/>
            </a:prstGeom>
          </p:spPr>
        </p:pic>
        <p:pic>
          <p:nvPicPr>
            <p:cNvPr id="32" name="Grafik 31" descr="Ein Bild, das Screenshot, Grafiken, Schrift, Grafikdesign enthält.&#10;&#10;Automatisch generierte Beschreibung">
              <a:extLst>
                <a:ext uri="{FF2B5EF4-FFF2-40B4-BE49-F238E27FC236}">
                  <a16:creationId xmlns:a16="http://schemas.microsoft.com/office/drawing/2014/main" id="{E0E56906-3D23-4BE4-A569-D545F131A55C}"/>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607" t="18246" r="7491" b="18048"/>
            <a:stretch/>
          </p:blipFill>
          <p:spPr>
            <a:xfrm>
              <a:off x="2719755" y="3486369"/>
              <a:ext cx="1553384" cy="437094"/>
            </a:xfrm>
            <a:prstGeom prst="rect">
              <a:avLst/>
            </a:prstGeom>
          </p:spPr>
        </p:pic>
        <p:pic>
          <p:nvPicPr>
            <p:cNvPr id="33" name="Grafik 32" descr="Ein Bild, das Grafiken, Schrift, Screenshot, Text enthält.&#10;&#10;Automatisch generierte Beschreibung">
              <a:extLst>
                <a:ext uri="{FF2B5EF4-FFF2-40B4-BE49-F238E27FC236}">
                  <a16:creationId xmlns:a16="http://schemas.microsoft.com/office/drawing/2014/main" id="{C676CCE8-F688-4B70-A758-0313A213529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3998" t="23785" r="14116" b="24208"/>
            <a:stretch/>
          </p:blipFill>
          <p:spPr>
            <a:xfrm>
              <a:off x="4803433" y="3483447"/>
              <a:ext cx="1052711" cy="442938"/>
            </a:xfrm>
            <a:prstGeom prst="rect">
              <a:avLst/>
            </a:prstGeom>
          </p:spPr>
        </p:pic>
        <p:pic>
          <p:nvPicPr>
            <p:cNvPr id="34" name="Grafik 33" descr="Ein Bild, das Text, Screenshot, Schrift, Visitenkarte enthält.&#10;&#10;Automatisch generierte Beschreibung">
              <a:extLst>
                <a:ext uri="{FF2B5EF4-FFF2-40B4-BE49-F238E27FC236}">
                  <a16:creationId xmlns:a16="http://schemas.microsoft.com/office/drawing/2014/main" id="{5D447985-44EF-499F-80A1-87DD3AA5C56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55" t="41072" r="2113" b="42201"/>
            <a:stretch/>
          </p:blipFill>
          <p:spPr>
            <a:xfrm>
              <a:off x="6386439" y="3588601"/>
              <a:ext cx="1994980" cy="232631"/>
            </a:xfrm>
            <a:prstGeom prst="rect">
              <a:avLst/>
            </a:prstGeom>
          </p:spPr>
        </p:pic>
      </p:grpSp>
      <p:sp>
        <p:nvSpPr>
          <p:cNvPr id="36" name="Textfeld 35">
            <a:extLst>
              <a:ext uri="{FF2B5EF4-FFF2-40B4-BE49-F238E27FC236}">
                <a16:creationId xmlns:a16="http://schemas.microsoft.com/office/drawing/2014/main" id="{B7C6D8A9-B0BC-4A75-9341-BD39DE3C017B}"/>
              </a:ext>
            </a:extLst>
          </p:cNvPr>
          <p:cNvSpPr txBox="1"/>
          <p:nvPr userDrawn="1"/>
        </p:nvSpPr>
        <p:spPr>
          <a:xfrm>
            <a:off x="480060" y="2920024"/>
            <a:ext cx="6288875" cy="246221"/>
          </a:xfrm>
          <a:prstGeom prst="rect">
            <a:avLst/>
          </a:prstGeom>
          <a:noFill/>
        </p:spPr>
        <p:txBody>
          <a:bodyPr wrap="square" rtlCol="0">
            <a:spAutoFit/>
          </a:bodyPr>
          <a:lstStyle/>
          <a:p>
            <a:pPr lvl="0"/>
            <a:r>
              <a:rPr lang="de-DE" sz="1000">
                <a:latin typeface="Open Sans SemiBold" pitchFamily="2" charset="0"/>
                <a:ea typeface="Open Sans SemiBold" pitchFamily="2" charset="0"/>
                <a:cs typeface="Open Sans SemiBold" pitchFamily="2" charset="0"/>
              </a:rPr>
              <a:t>Das Projekt </a:t>
            </a:r>
            <a:r>
              <a:rPr lang="de-DE" sz="1000" err="1">
                <a:latin typeface="Open Sans SemiBold" pitchFamily="2" charset="0"/>
                <a:ea typeface="Open Sans SemiBold" pitchFamily="2" charset="0"/>
                <a:cs typeface="Open Sans SemiBold" pitchFamily="2" charset="0"/>
              </a:rPr>
              <a:t>learn.SHK</a:t>
            </a:r>
            <a:r>
              <a:rPr lang="de-DE" sz="1000">
                <a:latin typeface="Open Sans SemiBold" pitchFamily="2" charset="0"/>
                <a:ea typeface="Open Sans SemiBold" pitchFamily="2" charset="0"/>
                <a:cs typeface="Open Sans SemiBold" pitchFamily="2" charset="0"/>
              </a:rPr>
              <a:t> wird im Verbund durchgeführt von:</a:t>
            </a:r>
          </a:p>
        </p:txBody>
      </p:sp>
      <p:sp>
        <p:nvSpPr>
          <p:cNvPr id="37" name="Textfeld 36">
            <a:extLst>
              <a:ext uri="{FF2B5EF4-FFF2-40B4-BE49-F238E27FC236}">
                <a16:creationId xmlns:a16="http://schemas.microsoft.com/office/drawing/2014/main" id="{B048B2BB-D9B3-4021-9227-3DE86C7FBEB5}"/>
              </a:ext>
            </a:extLst>
          </p:cNvPr>
          <p:cNvSpPr txBox="1"/>
          <p:nvPr userDrawn="1"/>
        </p:nvSpPr>
        <p:spPr>
          <a:xfrm>
            <a:off x="480060" y="4746995"/>
            <a:ext cx="6289162" cy="400110"/>
          </a:xfrm>
          <a:prstGeom prst="rect">
            <a:avLst/>
          </a:prstGeom>
          <a:noFill/>
        </p:spPr>
        <p:txBody>
          <a:bodyPr wrap="square" rtlCol="0">
            <a:spAutoFit/>
          </a:bodyPr>
          <a:lstStyle/>
          <a:p>
            <a:pPr lvl="0"/>
            <a:r>
              <a:rPr lang="de-DE" sz="1000">
                <a:latin typeface="Open Sans SemiBold" pitchFamily="2" charset="0"/>
                <a:ea typeface="Open Sans SemiBold" pitchFamily="2" charset="0"/>
                <a:cs typeface="Open Sans SemiBold" pitchFamily="2" charset="0"/>
              </a:rPr>
              <a:t>Gefördert als </a:t>
            </a:r>
            <a:r>
              <a:rPr lang="de-DE" sz="1000" err="1">
                <a:latin typeface="Open Sans SemiBold" pitchFamily="2" charset="0"/>
                <a:ea typeface="Open Sans SemiBold" pitchFamily="2" charset="0"/>
                <a:cs typeface="Open Sans SemiBold" pitchFamily="2" charset="0"/>
              </a:rPr>
              <a:t>InnoVET</a:t>
            </a:r>
            <a:r>
              <a:rPr lang="de-DE" sz="1000">
                <a:latin typeface="Open Sans SemiBold" pitchFamily="2" charset="0"/>
                <a:ea typeface="Open Sans SemiBold" pitchFamily="2" charset="0"/>
                <a:cs typeface="Open Sans SemiBold" pitchFamily="2" charset="0"/>
              </a:rPr>
              <a:t> PLUS-Projekt aus Mitteln des Bundesministeriums</a:t>
            </a:r>
          </a:p>
          <a:p>
            <a:pPr lvl="0"/>
            <a:r>
              <a:rPr lang="de-DE" sz="1000">
                <a:latin typeface="Open Sans SemiBold" pitchFamily="2" charset="0"/>
                <a:ea typeface="Open Sans SemiBold" pitchFamily="2" charset="0"/>
                <a:cs typeface="Open Sans SemiBold" pitchFamily="2" charset="0"/>
              </a:rPr>
              <a:t>für Bildung, Familie, Senioren, Frauen und Jugend</a:t>
            </a:r>
          </a:p>
        </p:txBody>
      </p:sp>
      <p:grpSp>
        <p:nvGrpSpPr>
          <p:cNvPr id="2" name="Gruppieren 1">
            <a:extLst>
              <a:ext uri="{FF2B5EF4-FFF2-40B4-BE49-F238E27FC236}">
                <a16:creationId xmlns:a16="http://schemas.microsoft.com/office/drawing/2014/main" id="{5967BC3A-D1FF-479D-78F3-C7333E21DECE}"/>
              </a:ext>
            </a:extLst>
          </p:cNvPr>
          <p:cNvGrpSpPr/>
          <p:nvPr userDrawn="1"/>
        </p:nvGrpSpPr>
        <p:grpSpPr>
          <a:xfrm>
            <a:off x="9742349" y="0"/>
            <a:ext cx="2449651" cy="6858000"/>
            <a:chOff x="9742349" y="0"/>
            <a:chExt cx="2449651" cy="6858000"/>
          </a:xfrm>
        </p:grpSpPr>
        <p:pic>
          <p:nvPicPr>
            <p:cNvPr id="8" name="Grafik 7">
              <a:extLst>
                <a:ext uri="{FF2B5EF4-FFF2-40B4-BE49-F238E27FC236}">
                  <a16:creationId xmlns:a16="http://schemas.microsoft.com/office/drawing/2014/main" id="{802B5B00-429E-4841-AB60-30F39B0FC040}"/>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48353" r="33205"/>
            <a:stretch/>
          </p:blipFill>
          <p:spPr>
            <a:xfrm>
              <a:off x="9742636" y="0"/>
              <a:ext cx="2449364" cy="6858000"/>
            </a:xfrm>
            <a:prstGeom prst="rect">
              <a:avLst/>
            </a:prstGeom>
          </p:spPr>
        </p:pic>
        <p:pic>
          <p:nvPicPr>
            <p:cNvPr id="6" name="Grafik 5">
              <a:extLst>
                <a:ext uri="{FF2B5EF4-FFF2-40B4-BE49-F238E27FC236}">
                  <a16:creationId xmlns:a16="http://schemas.microsoft.com/office/drawing/2014/main" id="{21D43197-569F-48D2-874C-70DAD62F7C08}"/>
                </a:ext>
              </a:extLst>
            </p:cNvPr>
            <p:cNvPicPr>
              <a:picLocks noChangeAspect="1"/>
            </p:cNvPicPr>
            <p:nvPr userDrawn="1"/>
          </p:nvPicPr>
          <p:blipFill rotWithShape="1">
            <a:blip r:embed="rId8">
              <a:extLst>
                <a:ext uri="{96DAC541-7B7A-43D3-8B79-37D633B846F1}">
                  <asvg:svgBlip xmlns:asvg="http://schemas.microsoft.com/office/drawing/2016/SVG/main" r:embed="rId9"/>
                </a:ext>
              </a:extLst>
            </a:blip>
            <a:srcRect l="56570" r="14200" b="8534"/>
            <a:stretch/>
          </p:blipFill>
          <p:spPr>
            <a:xfrm>
              <a:off x="9742349" y="585224"/>
              <a:ext cx="2449651" cy="6272776"/>
            </a:xfrm>
            <a:prstGeom prst="rect">
              <a:avLst/>
            </a:prstGeom>
          </p:spPr>
        </p:pic>
      </p:grpSp>
      <p:pic>
        <p:nvPicPr>
          <p:cNvPr id="17" name="Grafik 16">
            <a:extLst>
              <a:ext uri="{FF2B5EF4-FFF2-40B4-BE49-F238E27FC236}">
                <a16:creationId xmlns:a16="http://schemas.microsoft.com/office/drawing/2014/main" id="{146D4A2E-B0DE-4084-8B65-8E25971E64F7}"/>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6877" y="5646387"/>
            <a:ext cx="1282809" cy="492481"/>
          </a:xfrm>
          <a:prstGeom prst="rect">
            <a:avLst/>
          </a:prstGeom>
        </p:spPr>
      </p:pic>
      <p:pic>
        <p:nvPicPr>
          <p:cNvPr id="15" name="Grafik 14">
            <a:extLst>
              <a:ext uri="{FF2B5EF4-FFF2-40B4-BE49-F238E27FC236}">
                <a16:creationId xmlns:a16="http://schemas.microsoft.com/office/drawing/2014/main" id="{116586F5-7CA1-4AB7-804C-7684774B93D1}"/>
              </a:ext>
            </a:extLst>
          </p:cNvPr>
          <p:cNvPicPr>
            <a:picLocks noChangeAspect="1"/>
          </p:cNvPicPr>
          <p:nvPr userDrawn="1"/>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r="14840" b="45204"/>
          <a:stretch/>
        </p:blipFill>
        <p:spPr>
          <a:xfrm>
            <a:off x="2872762" y="5738634"/>
            <a:ext cx="1246793" cy="307986"/>
          </a:xfrm>
          <a:prstGeom prst="rect">
            <a:avLst/>
          </a:prstGeom>
        </p:spPr>
      </p:pic>
      <p:pic>
        <p:nvPicPr>
          <p:cNvPr id="5" name="Grafik 4">
            <a:extLst>
              <a:ext uri="{FF2B5EF4-FFF2-40B4-BE49-F238E27FC236}">
                <a16:creationId xmlns:a16="http://schemas.microsoft.com/office/drawing/2014/main" id="{D9F5F184-1BE5-1DA6-B969-D776698ADBA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4554097" y="5518212"/>
            <a:ext cx="1442418" cy="753991"/>
          </a:xfrm>
          <a:prstGeom prst="rect">
            <a:avLst/>
          </a:prstGeom>
        </p:spPr>
      </p:pic>
    </p:spTree>
    <p:extLst>
      <p:ext uri="{BB962C8B-B14F-4D97-AF65-F5344CB8AC3E}">
        <p14:creationId xmlns:p14="http://schemas.microsoft.com/office/powerpoint/2010/main" val="41972484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teraturliste">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54AA8B1E-D1F8-48C3-9792-7E04E6CDC9C2}"/>
              </a:ext>
            </a:extLst>
          </p:cNvPr>
          <p:cNvSpPr>
            <a:spLocks noGrp="1"/>
          </p:cNvSpPr>
          <p:nvPr>
            <p:ph type="body" sz="quarter" idx="10" hasCustomPrompt="1"/>
          </p:nvPr>
        </p:nvSpPr>
        <p:spPr>
          <a:xfrm>
            <a:off x="480060" y="501224"/>
            <a:ext cx="9563100" cy="451160"/>
          </a:xfrm>
          <a:prstGeom prst="rect">
            <a:avLst/>
          </a:prstGeom>
        </p:spPr>
        <p:txBody>
          <a:bodyPr/>
          <a:lstStyle>
            <a:lvl1pPr marL="0" indent="0">
              <a:buNone/>
              <a:defRPr sz="3000">
                <a:solidFill>
                  <a:srgbClr val="042940"/>
                </a:solidFill>
                <a:latin typeface="Space Grotesk Medium" pitchFamily="2" charset="0"/>
                <a:cs typeface="Space Grotesk Medium" pitchFamily="2" charset="0"/>
              </a:defRPr>
            </a:lvl1pPr>
            <a:lvl2pPr>
              <a:defRPr sz="4500">
                <a:solidFill>
                  <a:srgbClr val="042940"/>
                </a:solidFill>
                <a:latin typeface="Space Grotesk Medium" pitchFamily="2" charset="0"/>
                <a:cs typeface="Space Grotesk Medium" pitchFamily="2" charset="0"/>
              </a:defRPr>
            </a:lvl2pPr>
            <a:lvl3pPr>
              <a:defRPr sz="4500">
                <a:solidFill>
                  <a:srgbClr val="042940"/>
                </a:solidFill>
                <a:latin typeface="Space Grotesk Medium" pitchFamily="2" charset="0"/>
                <a:cs typeface="Space Grotesk Medium" pitchFamily="2" charset="0"/>
              </a:defRPr>
            </a:lvl3pPr>
            <a:lvl4pPr>
              <a:defRPr sz="4500">
                <a:solidFill>
                  <a:srgbClr val="042940"/>
                </a:solidFill>
                <a:latin typeface="Space Grotesk Medium" pitchFamily="2" charset="0"/>
                <a:cs typeface="Space Grotesk Medium" pitchFamily="2" charset="0"/>
              </a:defRPr>
            </a:lvl4pPr>
            <a:lvl5pPr>
              <a:defRPr sz="4500">
                <a:solidFill>
                  <a:srgbClr val="042940"/>
                </a:solidFill>
                <a:latin typeface="Space Grotesk Medium" pitchFamily="2" charset="0"/>
                <a:cs typeface="Space Grotesk Medium" pitchFamily="2" charset="0"/>
              </a:defRPr>
            </a:lvl5pPr>
          </a:lstStyle>
          <a:p>
            <a:r>
              <a:rPr lang="de-DE"/>
              <a:t>Aufzählung – Striche (Literaturliste)</a:t>
            </a:r>
          </a:p>
        </p:txBody>
      </p:sp>
      <p:pic>
        <p:nvPicPr>
          <p:cNvPr id="8" name="Grafik 7">
            <a:extLst>
              <a:ext uri="{FF2B5EF4-FFF2-40B4-BE49-F238E27FC236}">
                <a16:creationId xmlns:a16="http://schemas.microsoft.com/office/drawing/2014/main" id="{4527B3B4-C7A2-49F9-B577-1D88C00A31F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24343" y="6332241"/>
            <a:ext cx="958057" cy="367806"/>
          </a:xfrm>
          <a:prstGeom prst="rect">
            <a:avLst/>
          </a:prstGeom>
        </p:spPr>
      </p:pic>
      <p:sp>
        <p:nvSpPr>
          <p:cNvPr id="3" name="Textplatzhalter 3">
            <a:extLst>
              <a:ext uri="{FF2B5EF4-FFF2-40B4-BE49-F238E27FC236}">
                <a16:creationId xmlns:a16="http://schemas.microsoft.com/office/drawing/2014/main" id="{65CE94A4-BDAC-4DBC-9A5C-01C0CC37272A}"/>
              </a:ext>
            </a:extLst>
          </p:cNvPr>
          <p:cNvSpPr>
            <a:spLocks noGrp="1"/>
          </p:cNvSpPr>
          <p:nvPr>
            <p:ph type="body" sz="quarter" idx="12" hasCustomPrompt="1"/>
          </p:nvPr>
        </p:nvSpPr>
        <p:spPr>
          <a:xfrm>
            <a:off x="480060" y="1130183"/>
            <a:ext cx="7038975" cy="4794367"/>
          </a:xfrm>
          <a:prstGeom prst="rect">
            <a:avLst/>
          </a:prstGeom>
        </p:spPr>
        <p:txBody>
          <a:bodyPr/>
          <a:lstStyle>
            <a:lvl1pPr marL="228600" indent="-228600">
              <a:lnSpc>
                <a:spcPts val="1650"/>
              </a:lnSpc>
              <a:spcBef>
                <a:spcPts val="600"/>
              </a:spcBef>
              <a:buFont typeface="Symbol" panose="05050102010706020507" pitchFamily="18" charset="2"/>
              <a:buChar char="-"/>
              <a:defRPr sz="1200">
                <a:latin typeface="Open Sans Medium" pitchFamily="2" charset="0"/>
                <a:ea typeface="Open Sans Medium" pitchFamily="2" charset="0"/>
                <a:cs typeface="Open Sans Medium" pitchFamily="2" charset="0"/>
              </a:defRPr>
            </a:lvl1pPr>
            <a:lvl2pPr marL="6858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2pPr>
            <a:lvl3pPr marL="11430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3pPr>
            <a:lvl4pPr marL="16002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4pPr>
            <a:lvl5pPr marL="2057400" indent="-228600">
              <a:lnSpc>
                <a:spcPts val="2000"/>
              </a:lnSpc>
              <a:buFont typeface="Symbol" panose="05050102010706020507" pitchFamily="18" charset="2"/>
              <a:buChar char="-"/>
              <a:defRPr sz="1600">
                <a:latin typeface="Open Sans Medium" pitchFamily="2" charset="0"/>
                <a:ea typeface="Open Sans Medium" pitchFamily="2" charset="0"/>
                <a:cs typeface="Open Sans Medium" pitchFamily="2" charset="0"/>
              </a:defRPr>
            </a:lvl5pPr>
          </a:lstStyle>
          <a:p>
            <a:pPr lvl="0"/>
            <a:r>
              <a:rPr lang="de-DE"/>
              <a:t>Reinmann, G. (2005). Innovation ohne Forschung? Ein Plädoyer für den Design-</a:t>
            </a:r>
            <a:r>
              <a:rPr lang="de-DE" err="1"/>
              <a:t>Based</a:t>
            </a:r>
            <a:r>
              <a:rPr lang="de-DE"/>
              <a:t> Research-Ansatz in der Lehr-Lernforschung - In: Unterrichtswissenschaft 33 (2005) 1, S. 52-69 - URN: urn:nbn:de:0111-opus-57878. DOI: 10.25656/01:5787.</a:t>
            </a:r>
          </a:p>
          <a:p>
            <a:pPr lvl="0"/>
            <a:r>
              <a:rPr lang="de-DE"/>
              <a:t>Zweiter Aufzählungspunkt</a:t>
            </a:r>
          </a:p>
          <a:p>
            <a:pPr lvl="0"/>
            <a:r>
              <a:rPr lang="de-DE"/>
              <a:t>Dritter Aufzählungspunkt</a:t>
            </a:r>
          </a:p>
          <a:p>
            <a:pPr lvl="0"/>
            <a:r>
              <a:rPr lang="de-DE"/>
              <a:t>…</a:t>
            </a:r>
          </a:p>
        </p:txBody>
      </p:sp>
      <p:sp>
        <p:nvSpPr>
          <p:cNvPr id="2" name="Datumsplatzhalter 3">
            <a:extLst>
              <a:ext uri="{FF2B5EF4-FFF2-40B4-BE49-F238E27FC236}">
                <a16:creationId xmlns:a16="http://schemas.microsoft.com/office/drawing/2014/main" id="{B23DD349-45F5-FAF5-D937-3545DAF0F281}"/>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4" name="Fußzeilenplatzhalter 4">
            <a:extLst>
              <a:ext uri="{FF2B5EF4-FFF2-40B4-BE49-F238E27FC236}">
                <a16:creationId xmlns:a16="http://schemas.microsoft.com/office/drawing/2014/main" id="{61A3DF37-3AC5-F30E-908A-83FD22ECC5B1}"/>
              </a:ext>
            </a:extLst>
          </p:cNvPr>
          <p:cNvSpPr>
            <a:spLocks noGrp="1"/>
          </p:cNvSpPr>
          <p:nvPr>
            <p:ph type="ftr" sz="quarter" idx="3"/>
          </p:nvPr>
        </p:nvSpPr>
        <p:spPr>
          <a:xfrm>
            <a:off x="1172370" y="6375600"/>
            <a:ext cx="3199772"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3815235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umsplatzhalter 3">
            <a:extLst>
              <a:ext uri="{FF2B5EF4-FFF2-40B4-BE49-F238E27FC236}">
                <a16:creationId xmlns:a16="http://schemas.microsoft.com/office/drawing/2014/main" id="{9CE67347-0E03-E4F7-5C70-CC08AB9055CA}"/>
              </a:ext>
            </a:extLst>
          </p:cNvPr>
          <p:cNvSpPr>
            <a:spLocks noGrp="1"/>
          </p:cNvSpPr>
          <p:nvPr>
            <p:ph type="dt" sz="half" idx="2"/>
          </p:nvPr>
        </p:nvSpPr>
        <p:spPr>
          <a:xfrm>
            <a:off x="478801" y="6375600"/>
            <a:ext cx="876022" cy="252000"/>
          </a:xfrm>
          <a:prstGeom prst="rect">
            <a:avLst/>
          </a:prstGeom>
        </p:spPr>
        <p:txBody>
          <a:bodyPr vert="horz" lIns="91440" tIns="45720" rIns="91440" bIns="45720" rtlCol="0" anchor="t"/>
          <a:lstStyle>
            <a:lvl1pPr algn="l">
              <a:defRPr sz="1000">
                <a:solidFill>
                  <a:schemeClr val="tx1"/>
                </a:solidFill>
                <a:latin typeface="Open Sans Medium"/>
              </a:defRPr>
            </a:lvl1pPr>
          </a:lstStyle>
          <a:p>
            <a:r>
              <a:rPr lang="de-DE"/>
              <a:t>05.08.2026</a:t>
            </a:r>
          </a:p>
        </p:txBody>
      </p:sp>
      <p:sp>
        <p:nvSpPr>
          <p:cNvPr id="2" name="Fußzeilenplatzhalter 4">
            <a:extLst>
              <a:ext uri="{FF2B5EF4-FFF2-40B4-BE49-F238E27FC236}">
                <a16:creationId xmlns:a16="http://schemas.microsoft.com/office/drawing/2014/main" id="{61D9992B-EB78-74CC-3CCE-0FE273057E91}"/>
              </a:ext>
            </a:extLst>
          </p:cNvPr>
          <p:cNvSpPr>
            <a:spLocks noGrp="1"/>
          </p:cNvSpPr>
          <p:nvPr>
            <p:ph type="ftr" sz="quarter" idx="3"/>
          </p:nvPr>
        </p:nvSpPr>
        <p:spPr>
          <a:xfrm>
            <a:off x="1172370" y="6375600"/>
            <a:ext cx="5143838" cy="253596"/>
          </a:xfrm>
          <a:prstGeom prst="rect">
            <a:avLst/>
          </a:prstGeom>
        </p:spPr>
        <p:txBody>
          <a:bodyPr vert="horz" lIns="91440" tIns="45720" rIns="91440" bIns="45720" rtlCol="0" anchor="t"/>
          <a:lstStyle>
            <a:lvl1pPr algn="l">
              <a:defRPr sz="1000">
                <a:solidFill>
                  <a:schemeClr val="tx1"/>
                </a:solidFill>
                <a:latin typeface="Open Sans Medium"/>
                <a:ea typeface="Open Sans" pitchFamily="2" charset="0"/>
                <a:cs typeface="Open Sans" pitchFamily="2" charset="0"/>
              </a:defRPr>
            </a:lvl1pPr>
          </a:lstStyle>
          <a:p>
            <a:r>
              <a:rPr lang="de-DE">
                <a:solidFill>
                  <a:schemeClr val="accent2"/>
                </a:solidFill>
              </a:rPr>
              <a:t>|</a:t>
            </a:r>
            <a:r>
              <a:rPr lang="de-DE"/>
              <a:t> learn.SHK &amp; BIBB: Aktueller Projektstand </a:t>
            </a:r>
          </a:p>
        </p:txBody>
      </p:sp>
    </p:spTree>
    <p:extLst>
      <p:ext uri="{BB962C8B-B14F-4D97-AF65-F5344CB8AC3E}">
        <p14:creationId xmlns:p14="http://schemas.microsoft.com/office/powerpoint/2010/main" val="1609245643"/>
      </p:ext>
    </p:extLst>
  </p:cSld>
  <p:clrMap bg1="lt1" tx1="dk1" bg2="lt2" tx2="dk2" accent1="accent1" accent2="accent2" accent3="accent3" accent4="accent4" accent5="accent5" accent6="accent6" hlink="hlink" folHlink="folHlink"/>
  <p:sldLayoutIdLst>
    <p:sldLayoutId id="2147483649" r:id="rId1"/>
    <p:sldLayoutId id="2147483690" r:id="rId2"/>
    <p:sldLayoutId id="2147483691" r:id="rId3"/>
    <p:sldLayoutId id="2147483692" r:id="rId4"/>
    <p:sldLayoutId id="2147483693" r:id="rId5"/>
    <p:sldLayoutId id="2147483650" r:id="rId6"/>
    <p:sldLayoutId id="2147483651" r:id="rId7"/>
    <p:sldLayoutId id="2147483652" r:id="rId8"/>
    <p:sldLayoutId id="2147483687" r:id="rId9"/>
    <p:sldLayoutId id="2147483686" r:id="rId10"/>
    <p:sldLayoutId id="2147483674" r:id="rId11"/>
    <p:sldLayoutId id="2147483688" r:id="rId12"/>
    <p:sldLayoutId id="2147483676" r:id="rId13"/>
    <p:sldLayoutId id="2147483678" r:id="rId14"/>
    <p:sldLayoutId id="2147483653" r:id="rId15"/>
    <p:sldLayoutId id="2147483655" r:id="rId16"/>
    <p:sldLayoutId id="2147483656" r:id="rId17"/>
    <p:sldLayoutId id="2147483689" r:id="rId18"/>
    <p:sldLayoutId id="2147483660" r:id="rId19"/>
    <p:sldLayoutId id="2147483654" r:id="rId20"/>
    <p:sldLayoutId id="2147483662" r:id="rId21"/>
    <p:sldLayoutId id="2147483684" r:id="rId22"/>
    <p:sldLayoutId id="2147483663" r:id="rId23"/>
    <p:sldLayoutId id="2147483685" r:id="rId24"/>
    <p:sldLayoutId id="2147483679" r:id="rId25"/>
    <p:sldLayoutId id="2147483680" r:id="rId26"/>
    <p:sldLayoutId id="2147483657" r:id="rId27"/>
    <p:sldLayoutId id="2147483683" r:id="rId28"/>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EA5A-9EC8-0EB6-5236-652915D5117D}"/>
            </a:ext>
          </a:extLst>
        </p:cNvPr>
        <p:cNvGrpSpPr/>
        <p:nvPr/>
      </p:nvGrpSpPr>
      <p:grpSpPr>
        <a:xfrm>
          <a:off x="0" y="0"/>
          <a:ext cx="0" cy="0"/>
          <a:chOff x="0" y="0"/>
          <a:chExt cx="0" cy="0"/>
        </a:xfrm>
      </p:grpSpPr>
      <p:sp>
        <p:nvSpPr>
          <p:cNvPr id="30" name="Textfeld 29">
            <a:extLst>
              <a:ext uri="{FF2B5EF4-FFF2-40B4-BE49-F238E27FC236}">
                <a16:creationId xmlns:a16="http://schemas.microsoft.com/office/drawing/2014/main" id="{FE7F3219-AF8F-46AB-B337-2C787C499BEB}"/>
              </a:ext>
            </a:extLst>
          </p:cNvPr>
          <p:cNvSpPr txBox="1"/>
          <p:nvPr/>
        </p:nvSpPr>
        <p:spPr>
          <a:xfrm>
            <a:off x="24657" y="734329"/>
            <a:ext cx="4847879" cy="1293971"/>
          </a:xfrm>
          <a:prstGeom prst="roundRect">
            <a:avLst/>
          </a:prstGeom>
          <a:noFill/>
          <a:ln>
            <a:noFill/>
          </a:ln>
        </p:spPr>
        <p:txBody>
          <a:bodyPr wrap="square">
            <a:spAutoFit/>
          </a:bodyPr>
          <a:lstStyle/>
          <a:p>
            <a:r>
              <a:rPr lang="de-DE" sz="800" b="1" dirty="0">
                <a:solidFill>
                  <a:schemeClr val="bg1"/>
                </a:solidFill>
              </a:rPr>
              <a:t>Themenfeld der Lernmodule in </a:t>
            </a:r>
            <a:r>
              <a:rPr lang="de-DE" sz="800" b="1" dirty="0" err="1">
                <a:solidFill>
                  <a:schemeClr val="bg1"/>
                </a:solidFill>
              </a:rPr>
              <a:t>learn.SHK</a:t>
            </a:r>
            <a:endParaRPr lang="de-DE" sz="800" b="1" dirty="0">
              <a:solidFill>
                <a:schemeClr val="bg1"/>
              </a:solidFill>
            </a:endParaRPr>
          </a:p>
          <a:p>
            <a:endParaRPr lang="de-DE" sz="300" dirty="0">
              <a:solidFill>
                <a:schemeClr val="bg1"/>
              </a:solidFill>
            </a:endParaRPr>
          </a:p>
          <a:p>
            <a:r>
              <a:rPr lang="de-DE" sz="800" dirty="0">
                <a:solidFill>
                  <a:schemeClr val="bg1"/>
                </a:solidFill>
              </a:rPr>
              <a:t>Die Lernmodule in </a:t>
            </a:r>
            <a:r>
              <a:rPr lang="de-DE" sz="800" dirty="0" err="1">
                <a:solidFill>
                  <a:schemeClr val="bg1"/>
                </a:solidFill>
              </a:rPr>
              <a:t>learn.SHK</a:t>
            </a:r>
            <a:r>
              <a:rPr lang="de-DE" sz="800" dirty="0">
                <a:solidFill>
                  <a:schemeClr val="bg1"/>
                </a:solidFill>
              </a:rPr>
              <a:t> konzentrieren sich auf das Themenfeld </a:t>
            </a:r>
            <a:r>
              <a:rPr lang="de-DE" sz="800" i="1" dirty="0">
                <a:solidFill>
                  <a:schemeClr val="bg1"/>
                </a:solidFill>
              </a:rPr>
              <a:t>„Wärmepumpen in Bestandsgebäuden integrieren". </a:t>
            </a:r>
            <a:r>
              <a:rPr lang="de-DE" sz="800" dirty="0">
                <a:solidFill>
                  <a:schemeClr val="bg1"/>
                </a:solidFill>
              </a:rPr>
              <a:t>Dieses Themenfeld kann als Baustein in das übergeordnete Themenfeld „</a:t>
            </a:r>
            <a:r>
              <a:rPr lang="de-DE" sz="800" i="1" dirty="0">
                <a:solidFill>
                  <a:schemeClr val="bg1"/>
                </a:solidFill>
              </a:rPr>
              <a:t>Wärmewende in Gebäuden gestalten" </a:t>
            </a:r>
            <a:r>
              <a:rPr lang="de-DE" sz="800" dirty="0">
                <a:solidFill>
                  <a:schemeClr val="bg1"/>
                </a:solidFill>
              </a:rPr>
              <a:t>eingeordnet werden. Die einzelnen Lernmodule beschreiben einen Lernpfad.</a:t>
            </a:r>
          </a:p>
          <a:p>
            <a:endParaRPr lang="de-DE" sz="300" dirty="0">
              <a:solidFill>
                <a:schemeClr val="bg1"/>
              </a:solidFill>
            </a:endParaRPr>
          </a:p>
          <a:p>
            <a:r>
              <a:rPr lang="de-DE" sz="800" dirty="0">
                <a:solidFill>
                  <a:schemeClr val="bg1"/>
                </a:solidFill>
              </a:rPr>
              <a:t>Die Lernmodule können als Lernpfad verknüpft werden, müssen jedoch nicht nacheinander unterrichtet werden. Die Module werden miteinander verknüpft und ergeben am Ende die fertige Planung eines kompletten Wärmepumpenkonzeptes im Bestand.</a:t>
            </a:r>
          </a:p>
        </p:txBody>
      </p:sp>
      <p:sp>
        <p:nvSpPr>
          <p:cNvPr id="31" name="Textfeld 30">
            <a:extLst>
              <a:ext uri="{FF2B5EF4-FFF2-40B4-BE49-F238E27FC236}">
                <a16:creationId xmlns:a16="http://schemas.microsoft.com/office/drawing/2014/main" id="{5EAC9E63-3AD9-49B9-BB86-D10FAAFDA0A9}"/>
              </a:ext>
            </a:extLst>
          </p:cNvPr>
          <p:cNvSpPr txBox="1"/>
          <p:nvPr/>
        </p:nvSpPr>
        <p:spPr>
          <a:xfrm>
            <a:off x="5877874" y="273040"/>
            <a:ext cx="3756212" cy="605698"/>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spAutoFit/>
          </a:bodyPr>
          <a:lstStyle/>
          <a:p>
            <a:pPr algn="ctr"/>
            <a:r>
              <a:rPr lang="de-DE" sz="1100" i="1" dirty="0">
                <a:solidFill>
                  <a:srgbClr val="E8D682"/>
                </a:solidFill>
              </a:rPr>
              <a:t>Übergeordnetes Themenfeld</a:t>
            </a:r>
          </a:p>
          <a:p>
            <a:pPr algn="ctr">
              <a:lnSpc>
                <a:spcPct val="200000"/>
              </a:lnSpc>
            </a:pPr>
            <a:r>
              <a:rPr lang="de-DE" sz="1100" b="1" dirty="0">
                <a:solidFill>
                  <a:srgbClr val="E8D682"/>
                </a:solidFill>
              </a:rPr>
              <a:t>Wärmewende in Gebäuden gestalten</a:t>
            </a:r>
          </a:p>
        </p:txBody>
      </p:sp>
      <p:grpSp>
        <p:nvGrpSpPr>
          <p:cNvPr id="21" name="Gruppieren 20">
            <a:extLst>
              <a:ext uri="{FF2B5EF4-FFF2-40B4-BE49-F238E27FC236}">
                <a16:creationId xmlns:a16="http://schemas.microsoft.com/office/drawing/2014/main" id="{6E3176EE-73B3-4EC7-A908-72F29FF428C3}"/>
              </a:ext>
            </a:extLst>
          </p:cNvPr>
          <p:cNvGrpSpPr/>
          <p:nvPr/>
        </p:nvGrpSpPr>
        <p:grpSpPr>
          <a:xfrm>
            <a:off x="-15467" y="2340061"/>
            <a:ext cx="12133577" cy="1226262"/>
            <a:chOff x="-15467" y="2340061"/>
            <a:chExt cx="12133577" cy="1226262"/>
          </a:xfrm>
        </p:grpSpPr>
        <p:sp>
          <p:nvSpPr>
            <p:cNvPr id="18" name="Pfeil: nach rechts 17">
              <a:extLst>
                <a:ext uri="{FF2B5EF4-FFF2-40B4-BE49-F238E27FC236}">
                  <a16:creationId xmlns:a16="http://schemas.microsoft.com/office/drawing/2014/main" id="{C27CD78A-C1F3-4137-AA52-7FF26A87C457}"/>
                </a:ext>
              </a:extLst>
            </p:cNvPr>
            <p:cNvSpPr/>
            <p:nvPr/>
          </p:nvSpPr>
          <p:spPr>
            <a:xfrm>
              <a:off x="83128" y="2405742"/>
              <a:ext cx="12034982" cy="1160581"/>
            </a:xfrm>
            <a:prstGeom prst="rightArrow">
              <a:avLst>
                <a:gd name="adj1" fmla="val 69100"/>
                <a:gd name="adj2" fmla="val 348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Textfeld 32">
              <a:extLst>
                <a:ext uri="{FF2B5EF4-FFF2-40B4-BE49-F238E27FC236}">
                  <a16:creationId xmlns:a16="http://schemas.microsoft.com/office/drawing/2014/main" id="{726C24D8-D65A-45A8-8890-A3728C0F5697}"/>
                </a:ext>
              </a:extLst>
            </p:cNvPr>
            <p:cNvSpPr txBox="1"/>
            <p:nvPr/>
          </p:nvSpPr>
          <p:spPr>
            <a:xfrm>
              <a:off x="190345" y="2805052"/>
              <a:ext cx="1728000" cy="476726"/>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Basics: Wärmepumpen in Bestandsgebäuden</a:t>
              </a:r>
            </a:p>
          </p:txBody>
        </p:sp>
        <p:sp>
          <p:nvSpPr>
            <p:cNvPr id="34" name="Textfeld 33">
              <a:extLst>
                <a:ext uri="{FF2B5EF4-FFF2-40B4-BE49-F238E27FC236}">
                  <a16:creationId xmlns:a16="http://schemas.microsoft.com/office/drawing/2014/main" id="{F33913BF-C106-4693-A752-D2FF71DC4C5B}"/>
                </a:ext>
              </a:extLst>
            </p:cNvPr>
            <p:cNvSpPr txBox="1"/>
            <p:nvPr/>
          </p:nvSpPr>
          <p:spPr>
            <a:xfrm>
              <a:off x="2135546" y="2789448"/>
              <a:ext cx="1728000" cy="5040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Raumweise Heizlastberechnung</a:t>
              </a:r>
            </a:p>
          </p:txBody>
        </p:sp>
        <p:sp>
          <p:nvSpPr>
            <p:cNvPr id="36" name="Textfeld 35">
              <a:extLst>
                <a:ext uri="{FF2B5EF4-FFF2-40B4-BE49-F238E27FC236}">
                  <a16:creationId xmlns:a16="http://schemas.microsoft.com/office/drawing/2014/main" id="{F916D5AD-B050-4447-8967-559B5D312232}"/>
                </a:ext>
              </a:extLst>
            </p:cNvPr>
            <p:cNvSpPr txBox="1"/>
            <p:nvPr/>
          </p:nvSpPr>
          <p:spPr>
            <a:xfrm>
              <a:off x="4081763" y="2789448"/>
              <a:ext cx="1728000" cy="5040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Heizkörper im Bestand</a:t>
              </a:r>
            </a:p>
          </p:txBody>
        </p:sp>
        <p:sp>
          <p:nvSpPr>
            <p:cNvPr id="38" name="Textfeld 37">
              <a:extLst>
                <a:ext uri="{FF2B5EF4-FFF2-40B4-BE49-F238E27FC236}">
                  <a16:creationId xmlns:a16="http://schemas.microsoft.com/office/drawing/2014/main" id="{F92CD993-CBA0-47F9-A379-A720DE3E022B}"/>
                </a:ext>
              </a:extLst>
            </p:cNvPr>
            <p:cNvSpPr txBox="1"/>
            <p:nvPr/>
          </p:nvSpPr>
          <p:spPr>
            <a:xfrm>
              <a:off x="6027980" y="2789448"/>
              <a:ext cx="1728000" cy="5040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050" b="1" dirty="0">
                  <a:solidFill>
                    <a:srgbClr val="E8D682"/>
                  </a:solidFill>
                </a:rPr>
                <a:t>Hydraulik eines Heizungsnetzes</a:t>
              </a:r>
            </a:p>
          </p:txBody>
        </p:sp>
        <p:sp>
          <p:nvSpPr>
            <p:cNvPr id="39" name="Textfeld 38">
              <a:extLst>
                <a:ext uri="{FF2B5EF4-FFF2-40B4-BE49-F238E27FC236}">
                  <a16:creationId xmlns:a16="http://schemas.microsoft.com/office/drawing/2014/main" id="{211671B6-353C-4B74-9261-F0822E64B9EC}"/>
                </a:ext>
              </a:extLst>
            </p:cNvPr>
            <p:cNvSpPr txBox="1"/>
            <p:nvPr/>
          </p:nvSpPr>
          <p:spPr>
            <a:xfrm>
              <a:off x="7974106" y="2789448"/>
              <a:ext cx="1728000" cy="5040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Hydraulischer Abgleich</a:t>
              </a:r>
            </a:p>
          </p:txBody>
        </p:sp>
        <p:sp>
          <p:nvSpPr>
            <p:cNvPr id="42" name="Textfeld 41">
              <a:extLst>
                <a:ext uri="{FF2B5EF4-FFF2-40B4-BE49-F238E27FC236}">
                  <a16:creationId xmlns:a16="http://schemas.microsoft.com/office/drawing/2014/main" id="{AAC1B220-3E0E-4DA0-90FB-9BF544D1AEB4}"/>
                </a:ext>
              </a:extLst>
            </p:cNvPr>
            <p:cNvSpPr txBox="1"/>
            <p:nvPr/>
          </p:nvSpPr>
          <p:spPr>
            <a:xfrm>
              <a:off x="9920232" y="2789448"/>
              <a:ext cx="1728000" cy="5040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Inbetriebnahme einer Wärmepumpe</a:t>
              </a:r>
            </a:p>
          </p:txBody>
        </p:sp>
        <p:sp>
          <p:nvSpPr>
            <p:cNvPr id="20" name="Textfeld 19">
              <a:extLst>
                <a:ext uri="{FF2B5EF4-FFF2-40B4-BE49-F238E27FC236}">
                  <a16:creationId xmlns:a16="http://schemas.microsoft.com/office/drawing/2014/main" id="{872E0246-CA20-40BB-903C-C0BF95BB5DCC}"/>
                </a:ext>
              </a:extLst>
            </p:cNvPr>
            <p:cNvSpPr txBox="1"/>
            <p:nvPr/>
          </p:nvSpPr>
          <p:spPr>
            <a:xfrm>
              <a:off x="-15467" y="2340061"/>
              <a:ext cx="1044581" cy="338554"/>
            </a:xfrm>
            <a:prstGeom prst="rect">
              <a:avLst/>
            </a:prstGeom>
            <a:noFill/>
          </p:spPr>
          <p:txBody>
            <a:bodyPr wrap="none" rtlCol="0">
              <a:spAutoFit/>
            </a:bodyPr>
            <a:lstStyle/>
            <a:p>
              <a:r>
                <a:rPr lang="de-DE" sz="1600" b="1" dirty="0">
                  <a:solidFill>
                    <a:srgbClr val="00666B"/>
                  </a:solidFill>
                </a:rPr>
                <a:t>Lernpfad</a:t>
              </a:r>
            </a:p>
          </p:txBody>
        </p:sp>
        <p:sp>
          <p:nvSpPr>
            <p:cNvPr id="45" name="Textfeld 44">
              <a:extLst>
                <a:ext uri="{FF2B5EF4-FFF2-40B4-BE49-F238E27FC236}">
                  <a16:creationId xmlns:a16="http://schemas.microsoft.com/office/drawing/2014/main" id="{E5A4ABAF-AF55-473F-A403-2FF80F6C44DC}"/>
                </a:ext>
              </a:extLst>
            </p:cNvPr>
            <p:cNvSpPr txBox="1"/>
            <p:nvPr/>
          </p:nvSpPr>
          <p:spPr>
            <a:xfrm>
              <a:off x="1491389" y="2590984"/>
              <a:ext cx="473206" cy="261610"/>
            </a:xfrm>
            <a:prstGeom prst="rect">
              <a:avLst/>
            </a:prstGeom>
            <a:noFill/>
          </p:spPr>
          <p:txBody>
            <a:bodyPr wrap="none" rtlCol="0">
              <a:spAutoFit/>
            </a:bodyPr>
            <a:lstStyle/>
            <a:p>
              <a:pPr algn="r"/>
              <a:r>
                <a:rPr lang="de-DE" sz="1100" b="1" dirty="0">
                  <a:solidFill>
                    <a:srgbClr val="E9D781"/>
                  </a:solidFill>
                </a:rPr>
                <a:t>LM1</a:t>
              </a:r>
            </a:p>
          </p:txBody>
        </p:sp>
        <p:sp>
          <p:nvSpPr>
            <p:cNvPr id="46" name="Textfeld 45">
              <a:extLst>
                <a:ext uri="{FF2B5EF4-FFF2-40B4-BE49-F238E27FC236}">
                  <a16:creationId xmlns:a16="http://schemas.microsoft.com/office/drawing/2014/main" id="{5F38F4AA-36CA-4BBB-89BC-A1D126B2E3C8}"/>
                </a:ext>
              </a:extLst>
            </p:cNvPr>
            <p:cNvSpPr txBox="1"/>
            <p:nvPr/>
          </p:nvSpPr>
          <p:spPr>
            <a:xfrm>
              <a:off x="3410560" y="2584754"/>
              <a:ext cx="473207" cy="261610"/>
            </a:xfrm>
            <a:prstGeom prst="rect">
              <a:avLst/>
            </a:prstGeom>
            <a:noFill/>
          </p:spPr>
          <p:txBody>
            <a:bodyPr wrap="none" rtlCol="0">
              <a:spAutoFit/>
            </a:bodyPr>
            <a:lstStyle/>
            <a:p>
              <a:pPr algn="r"/>
              <a:r>
                <a:rPr lang="de-DE" sz="1100" b="1" dirty="0">
                  <a:solidFill>
                    <a:srgbClr val="E9D781"/>
                  </a:solidFill>
                </a:rPr>
                <a:t>LM2</a:t>
              </a:r>
            </a:p>
          </p:txBody>
        </p:sp>
        <p:sp>
          <p:nvSpPr>
            <p:cNvPr id="47" name="Textfeld 46">
              <a:extLst>
                <a:ext uri="{FF2B5EF4-FFF2-40B4-BE49-F238E27FC236}">
                  <a16:creationId xmlns:a16="http://schemas.microsoft.com/office/drawing/2014/main" id="{4C90D893-3071-45C1-838A-1449EABA3316}"/>
                </a:ext>
              </a:extLst>
            </p:cNvPr>
            <p:cNvSpPr txBox="1"/>
            <p:nvPr/>
          </p:nvSpPr>
          <p:spPr>
            <a:xfrm>
              <a:off x="5353156" y="2584754"/>
              <a:ext cx="473207" cy="261610"/>
            </a:xfrm>
            <a:prstGeom prst="rect">
              <a:avLst/>
            </a:prstGeom>
            <a:noFill/>
          </p:spPr>
          <p:txBody>
            <a:bodyPr wrap="none" rtlCol="0">
              <a:spAutoFit/>
            </a:bodyPr>
            <a:lstStyle/>
            <a:p>
              <a:pPr algn="r"/>
              <a:r>
                <a:rPr lang="de-DE" sz="1100" b="1" dirty="0">
                  <a:solidFill>
                    <a:srgbClr val="E9D781"/>
                  </a:solidFill>
                </a:rPr>
                <a:t>LM3</a:t>
              </a:r>
            </a:p>
          </p:txBody>
        </p:sp>
        <p:sp>
          <p:nvSpPr>
            <p:cNvPr id="48" name="Textfeld 47">
              <a:extLst>
                <a:ext uri="{FF2B5EF4-FFF2-40B4-BE49-F238E27FC236}">
                  <a16:creationId xmlns:a16="http://schemas.microsoft.com/office/drawing/2014/main" id="{312E5B35-13AE-4717-92B2-2F40A48B15C1}"/>
                </a:ext>
              </a:extLst>
            </p:cNvPr>
            <p:cNvSpPr txBox="1"/>
            <p:nvPr/>
          </p:nvSpPr>
          <p:spPr>
            <a:xfrm>
              <a:off x="7295752" y="2584754"/>
              <a:ext cx="473207" cy="261610"/>
            </a:xfrm>
            <a:prstGeom prst="rect">
              <a:avLst/>
            </a:prstGeom>
            <a:noFill/>
          </p:spPr>
          <p:txBody>
            <a:bodyPr wrap="none" rtlCol="0">
              <a:spAutoFit/>
            </a:bodyPr>
            <a:lstStyle/>
            <a:p>
              <a:pPr algn="r"/>
              <a:r>
                <a:rPr lang="de-DE" sz="1100" b="1" dirty="0">
                  <a:solidFill>
                    <a:srgbClr val="E9D781"/>
                  </a:solidFill>
                </a:rPr>
                <a:t>LM4</a:t>
              </a:r>
            </a:p>
          </p:txBody>
        </p:sp>
        <p:sp>
          <p:nvSpPr>
            <p:cNvPr id="49" name="Textfeld 48">
              <a:extLst>
                <a:ext uri="{FF2B5EF4-FFF2-40B4-BE49-F238E27FC236}">
                  <a16:creationId xmlns:a16="http://schemas.microsoft.com/office/drawing/2014/main" id="{4C56E9DA-A659-4568-9405-DA2391D28A5B}"/>
                </a:ext>
              </a:extLst>
            </p:cNvPr>
            <p:cNvSpPr txBox="1"/>
            <p:nvPr/>
          </p:nvSpPr>
          <p:spPr>
            <a:xfrm>
              <a:off x="9238348" y="2584754"/>
              <a:ext cx="473207" cy="261610"/>
            </a:xfrm>
            <a:prstGeom prst="rect">
              <a:avLst/>
            </a:prstGeom>
            <a:noFill/>
          </p:spPr>
          <p:txBody>
            <a:bodyPr wrap="none" rtlCol="0">
              <a:spAutoFit/>
            </a:bodyPr>
            <a:lstStyle/>
            <a:p>
              <a:pPr algn="r"/>
              <a:r>
                <a:rPr lang="de-DE" sz="1100" b="1" dirty="0">
                  <a:solidFill>
                    <a:srgbClr val="E9D781"/>
                  </a:solidFill>
                </a:rPr>
                <a:t>LM5</a:t>
              </a:r>
            </a:p>
          </p:txBody>
        </p:sp>
        <p:sp>
          <p:nvSpPr>
            <p:cNvPr id="50" name="Textfeld 49">
              <a:extLst>
                <a:ext uri="{FF2B5EF4-FFF2-40B4-BE49-F238E27FC236}">
                  <a16:creationId xmlns:a16="http://schemas.microsoft.com/office/drawing/2014/main" id="{8A49C4AC-0B57-4CAC-8E87-793BC2A48AAB}"/>
                </a:ext>
              </a:extLst>
            </p:cNvPr>
            <p:cNvSpPr txBox="1"/>
            <p:nvPr/>
          </p:nvSpPr>
          <p:spPr>
            <a:xfrm>
              <a:off x="11180944" y="2584754"/>
              <a:ext cx="473207" cy="261610"/>
            </a:xfrm>
            <a:prstGeom prst="rect">
              <a:avLst/>
            </a:prstGeom>
            <a:noFill/>
          </p:spPr>
          <p:txBody>
            <a:bodyPr wrap="none" rtlCol="0">
              <a:spAutoFit/>
            </a:bodyPr>
            <a:lstStyle/>
            <a:p>
              <a:pPr algn="r"/>
              <a:r>
                <a:rPr lang="de-DE" sz="1100" b="1" dirty="0">
                  <a:solidFill>
                    <a:srgbClr val="E9D781"/>
                  </a:solidFill>
                </a:rPr>
                <a:t>LM6</a:t>
              </a:r>
            </a:p>
          </p:txBody>
        </p:sp>
      </p:grpSp>
      <p:sp>
        <p:nvSpPr>
          <p:cNvPr id="52" name="Textfeld 51">
            <a:extLst>
              <a:ext uri="{FF2B5EF4-FFF2-40B4-BE49-F238E27FC236}">
                <a16:creationId xmlns:a16="http://schemas.microsoft.com/office/drawing/2014/main" id="{745BD243-2D27-4559-98AF-2B4F22EB2138}"/>
              </a:ext>
            </a:extLst>
          </p:cNvPr>
          <p:cNvSpPr txBox="1"/>
          <p:nvPr/>
        </p:nvSpPr>
        <p:spPr>
          <a:xfrm>
            <a:off x="8674990" y="1310259"/>
            <a:ext cx="1784648" cy="662400"/>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pPr algn="ctr"/>
            <a:r>
              <a:rPr lang="de-DE" sz="1100" b="1" dirty="0">
                <a:solidFill>
                  <a:srgbClr val="E8D682"/>
                </a:solidFill>
              </a:rPr>
              <a:t>Weitere Themenfelder</a:t>
            </a:r>
            <a:endParaRPr lang="de-DE" sz="1100" dirty="0">
              <a:solidFill>
                <a:srgbClr val="E8D682"/>
              </a:solidFill>
            </a:endParaRPr>
          </a:p>
        </p:txBody>
      </p:sp>
      <p:sp>
        <p:nvSpPr>
          <p:cNvPr id="53" name="Textfeld 52">
            <a:extLst>
              <a:ext uri="{FF2B5EF4-FFF2-40B4-BE49-F238E27FC236}">
                <a16:creationId xmlns:a16="http://schemas.microsoft.com/office/drawing/2014/main" id="{5833986C-C840-4324-802D-493DD48E2B4E}"/>
              </a:ext>
            </a:extLst>
          </p:cNvPr>
          <p:cNvSpPr txBox="1"/>
          <p:nvPr/>
        </p:nvSpPr>
        <p:spPr>
          <a:xfrm>
            <a:off x="5203676" y="1307377"/>
            <a:ext cx="1784648" cy="664012"/>
          </a:xfrm>
          <a:prstGeom prst="roundRect">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spAutoFit/>
          </a:bodyPr>
          <a:lstStyle/>
          <a:p>
            <a:pPr algn="ctr"/>
            <a:r>
              <a:rPr lang="de-DE" sz="1100" b="1" dirty="0">
                <a:solidFill>
                  <a:srgbClr val="E8D682"/>
                </a:solidFill>
              </a:rPr>
              <a:t>Wärmepumpen in Bestandsgebäuden integrieren</a:t>
            </a:r>
            <a:endParaRPr lang="de-DE" sz="1100" dirty="0">
              <a:solidFill>
                <a:srgbClr val="E8D682"/>
              </a:solidFill>
            </a:endParaRPr>
          </a:p>
        </p:txBody>
      </p:sp>
      <p:cxnSp>
        <p:nvCxnSpPr>
          <p:cNvPr id="70" name="Verbinder: gewinkelt 69">
            <a:extLst>
              <a:ext uri="{FF2B5EF4-FFF2-40B4-BE49-F238E27FC236}">
                <a16:creationId xmlns:a16="http://schemas.microsoft.com/office/drawing/2014/main" id="{9E109812-A6BB-4003-8F93-FA3112CAA5DD}"/>
              </a:ext>
            </a:extLst>
          </p:cNvPr>
          <p:cNvCxnSpPr>
            <a:cxnSpLocks/>
            <a:stCxn id="53" idx="2"/>
            <a:endCxn id="33" idx="0"/>
          </p:cNvCxnSpPr>
          <p:nvPr/>
        </p:nvCxnSpPr>
        <p:spPr>
          <a:xfrm rot="5400000">
            <a:off x="3158342" y="-132607"/>
            <a:ext cx="833663" cy="5041655"/>
          </a:xfrm>
          <a:prstGeom prst="bentConnector3">
            <a:avLst/>
          </a:prstGeom>
        </p:spPr>
        <p:style>
          <a:lnRef idx="1">
            <a:schemeClr val="accent3"/>
          </a:lnRef>
          <a:fillRef idx="0">
            <a:schemeClr val="accent3"/>
          </a:fillRef>
          <a:effectRef idx="0">
            <a:schemeClr val="accent3"/>
          </a:effectRef>
          <a:fontRef idx="minor">
            <a:schemeClr val="tx1"/>
          </a:fontRef>
        </p:style>
      </p:cxnSp>
      <p:cxnSp>
        <p:nvCxnSpPr>
          <p:cNvPr id="76" name="Verbinder: gewinkelt 75">
            <a:extLst>
              <a:ext uri="{FF2B5EF4-FFF2-40B4-BE49-F238E27FC236}">
                <a16:creationId xmlns:a16="http://schemas.microsoft.com/office/drawing/2014/main" id="{13E6AAC7-0365-4DD0-AED4-0D4AA06562DD}"/>
              </a:ext>
            </a:extLst>
          </p:cNvPr>
          <p:cNvCxnSpPr>
            <a:cxnSpLocks/>
            <a:stCxn id="53" idx="2"/>
            <a:endCxn id="34" idx="0"/>
          </p:cNvCxnSpPr>
          <p:nvPr/>
        </p:nvCxnSpPr>
        <p:spPr>
          <a:xfrm rot="5400000">
            <a:off x="4138744" y="832191"/>
            <a:ext cx="818059" cy="3096454"/>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79" name="Verbinder: gewinkelt 78">
            <a:extLst>
              <a:ext uri="{FF2B5EF4-FFF2-40B4-BE49-F238E27FC236}">
                <a16:creationId xmlns:a16="http://schemas.microsoft.com/office/drawing/2014/main" id="{10016C6F-166D-49A2-BF01-3CFD11725A62}"/>
              </a:ext>
            </a:extLst>
          </p:cNvPr>
          <p:cNvCxnSpPr>
            <a:cxnSpLocks/>
            <a:stCxn id="31" idx="2"/>
            <a:endCxn id="53" idx="0"/>
          </p:cNvCxnSpPr>
          <p:nvPr/>
        </p:nvCxnSpPr>
        <p:spPr>
          <a:xfrm rot="5400000">
            <a:off x="6711671" y="263067"/>
            <a:ext cx="428639" cy="1659980"/>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82" name="Verbinder: gewinkelt 81">
            <a:extLst>
              <a:ext uri="{FF2B5EF4-FFF2-40B4-BE49-F238E27FC236}">
                <a16:creationId xmlns:a16="http://schemas.microsoft.com/office/drawing/2014/main" id="{99A5F12E-6B5A-4280-9288-4BC5D519D077}"/>
              </a:ext>
            </a:extLst>
          </p:cNvPr>
          <p:cNvCxnSpPr>
            <a:cxnSpLocks/>
            <a:stCxn id="31" idx="2"/>
            <a:endCxn id="52" idx="0"/>
          </p:cNvCxnSpPr>
          <p:nvPr/>
        </p:nvCxnSpPr>
        <p:spPr>
          <a:xfrm rot="16200000" flipH="1">
            <a:off x="8445887" y="188831"/>
            <a:ext cx="431521" cy="1811334"/>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85" name="Verbinder: gewinkelt 84">
            <a:extLst>
              <a:ext uri="{FF2B5EF4-FFF2-40B4-BE49-F238E27FC236}">
                <a16:creationId xmlns:a16="http://schemas.microsoft.com/office/drawing/2014/main" id="{7C455DB2-C1F4-4BA1-B923-07B4EA1E1F95}"/>
              </a:ext>
            </a:extLst>
          </p:cNvPr>
          <p:cNvCxnSpPr>
            <a:cxnSpLocks/>
            <a:stCxn id="53" idx="2"/>
            <a:endCxn id="36" idx="0"/>
          </p:cNvCxnSpPr>
          <p:nvPr/>
        </p:nvCxnSpPr>
        <p:spPr>
          <a:xfrm rot="5400000">
            <a:off x="5111853" y="1805300"/>
            <a:ext cx="818059" cy="1150237"/>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88" name="Verbinder: gewinkelt 87">
            <a:extLst>
              <a:ext uri="{FF2B5EF4-FFF2-40B4-BE49-F238E27FC236}">
                <a16:creationId xmlns:a16="http://schemas.microsoft.com/office/drawing/2014/main" id="{6F44DB08-C33E-48DB-93D0-195E0B66A8DB}"/>
              </a:ext>
            </a:extLst>
          </p:cNvPr>
          <p:cNvCxnSpPr>
            <a:cxnSpLocks/>
            <a:stCxn id="53" idx="2"/>
            <a:endCxn id="38" idx="0"/>
          </p:cNvCxnSpPr>
          <p:nvPr/>
        </p:nvCxnSpPr>
        <p:spPr>
          <a:xfrm rot="16200000" flipH="1">
            <a:off x="6084961" y="1982428"/>
            <a:ext cx="818059" cy="795980"/>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92" name="Verbinder: gewinkelt 91">
            <a:extLst>
              <a:ext uri="{FF2B5EF4-FFF2-40B4-BE49-F238E27FC236}">
                <a16:creationId xmlns:a16="http://schemas.microsoft.com/office/drawing/2014/main" id="{365F8C70-E64F-4BEA-94EA-B09A3F30C395}"/>
              </a:ext>
            </a:extLst>
          </p:cNvPr>
          <p:cNvCxnSpPr>
            <a:cxnSpLocks/>
            <a:stCxn id="53" idx="2"/>
            <a:endCxn id="39" idx="0"/>
          </p:cNvCxnSpPr>
          <p:nvPr/>
        </p:nvCxnSpPr>
        <p:spPr>
          <a:xfrm rot="16200000" flipH="1">
            <a:off x="7058024" y="1009365"/>
            <a:ext cx="818059" cy="2742106"/>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cxnSp>
        <p:nvCxnSpPr>
          <p:cNvPr id="95" name="Verbinder: gewinkelt 94">
            <a:extLst>
              <a:ext uri="{FF2B5EF4-FFF2-40B4-BE49-F238E27FC236}">
                <a16:creationId xmlns:a16="http://schemas.microsoft.com/office/drawing/2014/main" id="{A989127D-4257-43B5-8C3D-8AFC667BA4E7}"/>
              </a:ext>
            </a:extLst>
          </p:cNvPr>
          <p:cNvCxnSpPr>
            <a:cxnSpLocks/>
            <a:stCxn id="53" idx="2"/>
            <a:endCxn id="42" idx="0"/>
          </p:cNvCxnSpPr>
          <p:nvPr/>
        </p:nvCxnSpPr>
        <p:spPr>
          <a:xfrm rot="16200000" flipH="1">
            <a:off x="8031087" y="36302"/>
            <a:ext cx="818059" cy="4688232"/>
          </a:xfrm>
          <a:prstGeom prst="bentConnector3">
            <a:avLst>
              <a:gd name="adj1" fmla="val 50000"/>
            </a:avLst>
          </a:prstGeom>
        </p:spPr>
        <p:style>
          <a:lnRef idx="1">
            <a:schemeClr val="accent3"/>
          </a:lnRef>
          <a:fillRef idx="0">
            <a:schemeClr val="accent3"/>
          </a:fillRef>
          <a:effectRef idx="0">
            <a:schemeClr val="accent3"/>
          </a:effectRef>
          <a:fontRef idx="minor">
            <a:schemeClr val="tx1"/>
          </a:fontRef>
        </p:style>
      </p:cxnSp>
      <p:sp>
        <p:nvSpPr>
          <p:cNvPr id="99" name="Textfeld 98">
            <a:extLst>
              <a:ext uri="{FF2B5EF4-FFF2-40B4-BE49-F238E27FC236}">
                <a16:creationId xmlns:a16="http://schemas.microsoft.com/office/drawing/2014/main" id="{98817A6B-B2C1-4601-B451-34BC9A5DBE56}"/>
              </a:ext>
            </a:extLst>
          </p:cNvPr>
          <p:cNvSpPr txBox="1"/>
          <p:nvPr/>
        </p:nvSpPr>
        <p:spPr>
          <a:xfrm>
            <a:off x="236595" y="3546299"/>
            <a:ext cx="1728000" cy="2870627"/>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LM 1 liefert Motivation und Überblick für den Lernpfad.</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Wärmepumpe vs. Gas/Öl</a:t>
            </a:r>
          </a:p>
          <a:p>
            <a:pPr marL="171450" indent="-171450">
              <a:buFont typeface="Arial" panose="020B0604020202020204" pitchFamily="34" charset="0"/>
              <a:buChar char="•"/>
            </a:pPr>
            <a:r>
              <a:rPr lang="de-DE" sz="800" dirty="0">
                <a:solidFill>
                  <a:srgbClr val="E8D682"/>
                </a:solidFill>
              </a:rPr>
              <a:t>Basics Wärmepumpe: Bedeutung der </a:t>
            </a:r>
            <a:r>
              <a:rPr lang="de-DE" sz="800" dirty="0" err="1">
                <a:solidFill>
                  <a:srgbClr val="E8D682"/>
                </a:solidFill>
              </a:rPr>
              <a:t>Heiztempe-ratur</a:t>
            </a:r>
            <a:r>
              <a:rPr lang="de-DE" sz="800" dirty="0">
                <a:solidFill>
                  <a:srgbClr val="E8D682"/>
                </a:solidFill>
              </a:rPr>
              <a:t>, Kennzahlen (COP, SCOP, …) und weitere.</a:t>
            </a:r>
          </a:p>
          <a:p>
            <a:pPr marL="171450" indent="-171450">
              <a:buFont typeface="Arial" panose="020B0604020202020204" pitchFamily="34" charset="0"/>
              <a:buChar char="•"/>
            </a:pPr>
            <a:r>
              <a:rPr lang="de-DE" sz="800" dirty="0">
                <a:solidFill>
                  <a:srgbClr val="E8D682"/>
                </a:solidFill>
              </a:rPr>
              <a:t>Bedeutung des hydraulischen Abgleichs</a:t>
            </a:r>
          </a:p>
          <a:p>
            <a:pPr marL="171450" indent="-171450">
              <a:buFont typeface="Arial" panose="020B0604020202020204" pitchFamily="34" charset="0"/>
              <a:buChar char="•"/>
            </a:pPr>
            <a:r>
              <a:rPr lang="de-DE" sz="800" dirty="0">
                <a:solidFill>
                  <a:srgbClr val="E8D682"/>
                </a:solidFill>
              </a:rPr>
              <a:t>…</a:t>
            </a: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endParaRPr lang="de-DE" sz="800" b="1" dirty="0">
              <a:solidFill>
                <a:srgbClr val="E8D682"/>
              </a:solidFill>
            </a:endParaRPr>
          </a:p>
          <a:p>
            <a:pPr marL="171450" indent="-171450">
              <a:buFont typeface="Arial" panose="020B0604020202020204" pitchFamily="34" charset="0"/>
              <a:buChar char="•"/>
            </a:pPr>
            <a:endParaRPr lang="de-DE" sz="900" b="1" dirty="0">
              <a:solidFill>
                <a:srgbClr val="E8D682"/>
              </a:solidFill>
            </a:endParaRPr>
          </a:p>
        </p:txBody>
      </p:sp>
      <p:sp>
        <p:nvSpPr>
          <p:cNvPr id="100" name="Textfeld 99">
            <a:extLst>
              <a:ext uri="{FF2B5EF4-FFF2-40B4-BE49-F238E27FC236}">
                <a16:creationId xmlns:a16="http://schemas.microsoft.com/office/drawing/2014/main" id="{7D4FE6E7-659F-4CF8-8090-37E919CCDB18}"/>
              </a:ext>
            </a:extLst>
          </p:cNvPr>
          <p:cNvSpPr txBox="1"/>
          <p:nvPr/>
        </p:nvSpPr>
        <p:spPr>
          <a:xfrm>
            <a:off x="2120534" y="3546299"/>
            <a:ext cx="1728000" cy="2854940"/>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Berechnung der Heizlast nach DIN EN 12831</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Energiebilanz am Gebäude</a:t>
            </a:r>
          </a:p>
          <a:p>
            <a:pPr marL="171450" indent="-171450">
              <a:buFont typeface="Arial" panose="020B0604020202020204" pitchFamily="34" charset="0"/>
              <a:buChar char="•"/>
            </a:pPr>
            <a:r>
              <a:rPr lang="de-DE" sz="800" dirty="0">
                <a:solidFill>
                  <a:srgbClr val="E8D682"/>
                </a:solidFill>
              </a:rPr>
              <a:t>Wärmeverlustmechanismen (Transmission, Lüftung, Infiltration)</a:t>
            </a:r>
          </a:p>
          <a:p>
            <a:pPr marL="171450" indent="-171450">
              <a:buFont typeface="Arial" panose="020B0604020202020204" pitchFamily="34" charset="0"/>
              <a:buChar char="•"/>
            </a:pPr>
            <a:r>
              <a:rPr lang="de-DE" sz="800" dirty="0">
                <a:solidFill>
                  <a:srgbClr val="E8D682"/>
                </a:solidFill>
              </a:rPr>
              <a:t>Kenntnis üblicher Kennzahlen</a:t>
            </a:r>
          </a:p>
          <a:p>
            <a:pPr marL="171450" indent="-171450">
              <a:buFont typeface="Arial" panose="020B0604020202020204" pitchFamily="34" charset="0"/>
              <a:buChar char="•"/>
            </a:pPr>
            <a:r>
              <a:rPr lang="de-DE" sz="800" dirty="0">
                <a:solidFill>
                  <a:srgbClr val="E8D682"/>
                </a:solidFill>
              </a:rPr>
              <a:t>Zusammenhang zwischen Heizlast, Wärmebedarf und Energiebedarf</a:t>
            </a:r>
          </a:p>
          <a:p>
            <a:pPr marL="171450" indent="-171450">
              <a:buFont typeface="Arial" panose="020B0604020202020204" pitchFamily="34" charset="0"/>
              <a:buChar char="•"/>
            </a:pPr>
            <a:r>
              <a:rPr lang="de-DE" sz="800" dirty="0">
                <a:solidFill>
                  <a:srgbClr val="E8D682"/>
                </a:solidFill>
              </a:rPr>
              <a:t>…</a:t>
            </a: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r>
              <a:rPr lang="de-DE" sz="800" b="1" dirty="0">
                <a:solidFill>
                  <a:srgbClr val="E8D682"/>
                </a:solidFill>
              </a:rPr>
              <a:t>Ergebnis</a:t>
            </a:r>
          </a:p>
          <a:p>
            <a:r>
              <a:rPr lang="de-DE" sz="800" dirty="0">
                <a:solidFill>
                  <a:srgbClr val="E8D682"/>
                </a:solidFill>
              </a:rPr>
              <a:t>Bedarf</a:t>
            </a:r>
          </a:p>
        </p:txBody>
      </p:sp>
      <p:sp>
        <p:nvSpPr>
          <p:cNvPr id="101" name="Textfeld 100">
            <a:extLst>
              <a:ext uri="{FF2B5EF4-FFF2-40B4-BE49-F238E27FC236}">
                <a16:creationId xmlns:a16="http://schemas.microsoft.com/office/drawing/2014/main" id="{05FDA3EB-105D-4A30-B080-1AAB07D0B2E2}"/>
              </a:ext>
            </a:extLst>
          </p:cNvPr>
          <p:cNvSpPr txBox="1"/>
          <p:nvPr/>
        </p:nvSpPr>
        <p:spPr>
          <a:xfrm>
            <a:off x="4074257" y="3546299"/>
            <a:ext cx="1728000" cy="2854940"/>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Berechnung der Wärmeleistung eines Heizkörpers im Bestand bei Norm- und abweichenden Bedingungen</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Wärmeübertragung am Heizkörper</a:t>
            </a:r>
          </a:p>
          <a:p>
            <a:pPr marL="171450" indent="-171450">
              <a:buFont typeface="Arial" panose="020B0604020202020204" pitchFamily="34" charset="0"/>
              <a:buChar char="•"/>
            </a:pPr>
            <a:r>
              <a:rPr lang="de-DE" sz="800" dirty="0">
                <a:solidFill>
                  <a:srgbClr val="E8D682"/>
                </a:solidFill>
              </a:rPr>
              <a:t>Kenntnis üblicher Heizkörper und deren Kennzahlen</a:t>
            </a:r>
          </a:p>
          <a:p>
            <a:pPr marL="171450" indent="-171450">
              <a:buFont typeface="Arial" panose="020B0604020202020204" pitchFamily="34" charset="0"/>
              <a:buChar char="•"/>
            </a:pPr>
            <a:r>
              <a:rPr lang="de-DE" sz="800" dirty="0">
                <a:solidFill>
                  <a:srgbClr val="E8D682"/>
                </a:solidFill>
              </a:rPr>
              <a:t>Heizkörperberechnung mithilfe von Tabellen und Heizkörpergleichungen</a:t>
            </a:r>
          </a:p>
          <a:p>
            <a:pPr marL="171450" indent="-171450">
              <a:buFont typeface="Arial" panose="020B0604020202020204" pitchFamily="34" charset="0"/>
              <a:buChar char="•"/>
            </a:pPr>
            <a:r>
              <a:rPr lang="de-DE" sz="800" dirty="0">
                <a:solidFill>
                  <a:srgbClr val="E8D682"/>
                </a:solidFill>
              </a:rPr>
              <a:t>Bestimmung der Systemtemperatur sowie benötigten Massenströme je Heizkörper</a:t>
            </a:r>
          </a:p>
          <a:p>
            <a:pPr marL="171450" indent="-171450">
              <a:buFont typeface="Arial" panose="020B0604020202020204" pitchFamily="34" charset="0"/>
              <a:buChar char="•"/>
            </a:pPr>
            <a:r>
              <a:rPr lang="de-DE" sz="800" dirty="0">
                <a:solidFill>
                  <a:srgbClr val="E8D682"/>
                </a:solidFill>
              </a:rPr>
              <a:t>…</a:t>
            </a:r>
          </a:p>
          <a:p>
            <a:endParaRPr lang="de-DE" sz="800" dirty="0">
              <a:solidFill>
                <a:srgbClr val="E8D682"/>
              </a:solidFill>
            </a:endParaRPr>
          </a:p>
          <a:p>
            <a:r>
              <a:rPr lang="de-DE" sz="800" b="1" dirty="0">
                <a:solidFill>
                  <a:srgbClr val="E8D682"/>
                </a:solidFill>
              </a:rPr>
              <a:t>Ergebnis</a:t>
            </a:r>
          </a:p>
          <a:p>
            <a:r>
              <a:rPr lang="de-DE" sz="800" dirty="0">
                <a:solidFill>
                  <a:srgbClr val="E8D682"/>
                </a:solidFill>
              </a:rPr>
              <a:t>Potenzial</a:t>
            </a:r>
          </a:p>
        </p:txBody>
      </p:sp>
      <p:sp>
        <p:nvSpPr>
          <p:cNvPr id="102" name="Textfeld 101">
            <a:extLst>
              <a:ext uri="{FF2B5EF4-FFF2-40B4-BE49-F238E27FC236}">
                <a16:creationId xmlns:a16="http://schemas.microsoft.com/office/drawing/2014/main" id="{23EAA441-8FDB-47DE-B71A-C41D9EE7192C}"/>
              </a:ext>
            </a:extLst>
          </p:cNvPr>
          <p:cNvSpPr txBox="1"/>
          <p:nvPr/>
        </p:nvSpPr>
        <p:spPr>
          <a:xfrm>
            <a:off x="6027980" y="3541977"/>
            <a:ext cx="1728000" cy="2854940"/>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Berechnung der Widerstände und Druckverluste im gesamten Heizungsnetz.</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Kenntnis der Widerstände typischer Bauteile</a:t>
            </a:r>
          </a:p>
          <a:p>
            <a:pPr marL="171450" indent="-171450">
              <a:buFont typeface="Arial" panose="020B0604020202020204" pitchFamily="34" charset="0"/>
              <a:buChar char="•"/>
            </a:pPr>
            <a:r>
              <a:rPr lang="de-DE" sz="800" dirty="0">
                <a:solidFill>
                  <a:srgbClr val="E8D682"/>
                </a:solidFill>
              </a:rPr>
              <a:t>Parallel- und Reihenschaltung</a:t>
            </a:r>
          </a:p>
          <a:p>
            <a:pPr marL="171450" indent="-171450">
              <a:buFont typeface="Arial" panose="020B0604020202020204" pitchFamily="34" charset="0"/>
              <a:buChar char="•"/>
            </a:pPr>
            <a:r>
              <a:rPr lang="de-DE" sz="800" dirty="0">
                <a:solidFill>
                  <a:srgbClr val="E8D682"/>
                </a:solidFill>
              </a:rPr>
              <a:t>Teillastverhalten von Rohrnetzen</a:t>
            </a:r>
          </a:p>
          <a:p>
            <a:pPr marL="171450" indent="-171450">
              <a:buFont typeface="Arial" panose="020B0604020202020204" pitchFamily="34" charset="0"/>
              <a:buChar char="•"/>
            </a:pPr>
            <a:r>
              <a:rPr lang="de-DE" sz="800" dirty="0">
                <a:solidFill>
                  <a:srgbClr val="E8D682"/>
                </a:solidFill>
              </a:rPr>
              <a:t>Anlagen- und Pumpenkennlinie</a:t>
            </a:r>
          </a:p>
          <a:p>
            <a:pPr marL="171450" indent="-171450">
              <a:buFont typeface="Arial" panose="020B0604020202020204" pitchFamily="34" charset="0"/>
              <a:buChar char="•"/>
            </a:pPr>
            <a:r>
              <a:rPr lang="de-DE" sz="800" dirty="0">
                <a:solidFill>
                  <a:srgbClr val="E8D682"/>
                </a:solidFill>
              </a:rPr>
              <a:t>…</a:t>
            </a: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r>
              <a:rPr lang="de-DE" sz="800" b="1" dirty="0">
                <a:solidFill>
                  <a:srgbClr val="E8D682"/>
                </a:solidFill>
              </a:rPr>
              <a:t>Ergebnis</a:t>
            </a:r>
          </a:p>
          <a:p>
            <a:r>
              <a:rPr lang="de-DE" sz="800" dirty="0">
                <a:solidFill>
                  <a:srgbClr val="E8D682"/>
                </a:solidFill>
              </a:rPr>
              <a:t>Hydraulische Randbedingungen</a:t>
            </a:r>
          </a:p>
        </p:txBody>
      </p:sp>
      <p:sp>
        <p:nvSpPr>
          <p:cNvPr id="103" name="Textfeld 102">
            <a:extLst>
              <a:ext uri="{FF2B5EF4-FFF2-40B4-BE49-F238E27FC236}">
                <a16:creationId xmlns:a16="http://schemas.microsoft.com/office/drawing/2014/main" id="{ACF81B49-2A49-4916-A57C-964E44C0EA66}"/>
              </a:ext>
            </a:extLst>
          </p:cNvPr>
          <p:cNvSpPr txBox="1"/>
          <p:nvPr/>
        </p:nvSpPr>
        <p:spPr>
          <a:xfrm>
            <a:off x="7983555" y="3546299"/>
            <a:ext cx="1728000" cy="2854940"/>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Berechnung aller Einstellwerte der Ventile, damit jeder Heizkörper mit einem definierten Massenstrom versorgt wird. (Zusammen-führung LM 1 – 4.)</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Systemoptimierung: Systemtemperatur, Massenströme, Heizkörperaustausch, …</a:t>
            </a:r>
          </a:p>
          <a:p>
            <a:pPr marL="171450" indent="-171450">
              <a:buFont typeface="Arial" panose="020B0604020202020204" pitchFamily="34" charset="0"/>
              <a:buChar char="•"/>
            </a:pPr>
            <a:r>
              <a:rPr lang="de-DE" sz="800" dirty="0">
                <a:solidFill>
                  <a:srgbClr val="E8D682"/>
                </a:solidFill>
              </a:rPr>
              <a:t>Einstellung der Pumpe</a:t>
            </a:r>
          </a:p>
          <a:p>
            <a:pPr marL="171450" indent="-171450">
              <a:buFont typeface="Arial" panose="020B0604020202020204" pitchFamily="34" charset="0"/>
              <a:buChar char="•"/>
            </a:pPr>
            <a:r>
              <a:rPr lang="de-DE" sz="800" dirty="0">
                <a:solidFill>
                  <a:srgbClr val="E8D682"/>
                </a:solidFill>
              </a:rPr>
              <a:t>…</a:t>
            </a: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r>
              <a:rPr lang="de-DE" sz="800" b="1" dirty="0">
                <a:solidFill>
                  <a:srgbClr val="E8D682"/>
                </a:solidFill>
              </a:rPr>
              <a:t>Ergebnis</a:t>
            </a:r>
          </a:p>
          <a:p>
            <a:r>
              <a:rPr lang="de-DE" sz="800" dirty="0">
                <a:solidFill>
                  <a:srgbClr val="E8D682"/>
                </a:solidFill>
              </a:rPr>
              <a:t>Einstellwerte der Ventilunterteile</a:t>
            </a:r>
          </a:p>
        </p:txBody>
      </p:sp>
      <p:sp>
        <p:nvSpPr>
          <p:cNvPr id="104" name="Textfeld 103">
            <a:extLst>
              <a:ext uri="{FF2B5EF4-FFF2-40B4-BE49-F238E27FC236}">
                <a16:creationId xmlns:a16="http://schemas.microsoft.com/office/drawing/2014/main" id="{C1266E9F-8A51-4190-8781-7EE7C1AA073B}"/>
              </a:ext>
            </a:extLst>
          </p:cNvPr>
          <p:cNvSpPr txBox="1"/>
          <p:nvPr/>
        </p:nvSpPr>
        <p:spPr>
          <a:xfrm>
            <a:off x="9920232" y="3541977"/>
            <a:ext cx="1728000" cy="2603956"/>
          </a:xfrm>
          <a:prstGeom prst="roundRect">
            <a:avLst>
              <a:gd name="adj" fmla="val 7232"/>
            </a:avLst>
          </a:prstGeom>
          <a:ln w="19050">
            <a:solidFill>
              <a:schemeClr val="accent3"/>
            </a:solidFill>
          </a:ln>
        </p:spPr>
        <p:style>
          <a:lnRef idx="2">
            <a:schemeClr val="accent1"/>
          </a:lnRef>
          <a:fillRef idx="0">
            <a:schemeClr val="accent1"/>
          </a:fillRef>
          <a:effectRef idx="1">
            <a:schemeClr val="accent1"/>
          </a:effectRef>
          <a:fontRef idx="minor">
            <a:schemeClr val="tx1"/>
          </a:fontRef>
        </p:style>
        <p:txBody>
          <a:bodyPr wrap="square" anchor="ctr">
            <a:spAutoFit/>
          </a:bodyPr>
          <a:lstStyle/>
          <a:p>
            <a:r>
              <a:rPr lang="de-DE" sz="800" b="1" dirty="0">
                <a:solidFill>
                  <a:srgbClr val="E8D682"/>
                </a:solidFill>
              </a:rPr>
              <a:t>Übergeordnetes Lernziel:</a:t>
            </a:r>
          </a:p>
          <a:p>
            <a:r>
              <a:rPr lang="de-DE" sz="800" dirty="0">
                <a:solidFill>
                  <a:srgbClr val="E8D682"/>
                </a:solidFill>
              </a:rPr>
              <a:t>Finalisierung und Erstellung eines kompletten Planungskonzeptes für die Integration einer Wärmepumpe in ein Bestandsgebäude.</a:t>
            </a:r>
          </a:p>
          <a:p>
            <a:endParaRPr lang="de-DE" sz="800" dirty="0">
              <a:solidFill>
                <a:srgbClr val="E8D682"/>
              </a:solidFill>
            </a:endParaRPr>
          </a:p>
          <a:p>
            <a:r>
              <a:rPr lang="de-DE" sz="800" b="1" dirty="0">
                <a:solidFill>
                  <a:srgbClr val="E8D682"/>
                </a:solidFill>
              </a:rPr>
              <a:t>Teillernziele:</a:t>
            </a:r>
          </a:p>
          <a:p>
            <a:pPr marL="171450" indent="-171450">
              <a:buFont typeface="Arial" panose="020B0604020202020204" pitchFamily="34" charset="0"/>
              <a:buChar char="•"/>
            </a:pPr>
            <a:r>
              <a:rPr lang="de-DE" sz="800" dirty="0">
                <a:solidFill>
                  <a:srgbClr val="E8D682"/>
                </a:solidFill>
              </a:rPr>
              <a:t>Anlagenschema</a:t>
            </a:r>
          </a:p>
          <a:p>
            <a:pPr marL="171450" indent="-171450">
              <a:buFont typeface="Arial" panose="020B0604020202020204" pitchFamily="34" charset="0"/>
              <a:buChar char="•"/>
            </a:pPr>
            <a:r>
              <a:rPr lang="de-DE" sz="800" dirty="0">
                <a:solidFill>
                  <a:srgbClr val="E8D682"/>
                </a:solidFill>
              </a:rPr>
              <a:t>Maßnahmenpakete</a:t>
            </a:r>
          </a:p>
          <a:p>
            <a:pPr marL="171450" indent="-171450">
              <a:buFont typeface="Arial" panose="020B0604020202020204" pitchFamily="34" charset="0"/>
              <a:buChar char="•"/>
            </a:pPr>
            <a:r>
              <a:rPr lang="de-DE" sz="800" dirty="0">
                <a:solidFill>
                  <a:srgbClr val="E8D682"/>
                </a:solidFill>
              </a:rPr>
              <a:t>Analyse: Auslegung vs. realer Betrieb</a:t>
            </a:r>
          </a:p>
          <a:p>
            <a:pPr marL="171450" indent="-171450">
              <a:buFont typeface="Arial" panose="020B0604020202020204" pitchFamily="34" charset="0"/>
              <a:buChar char="•"/>
            </a:pPr>
            <a:r>
              <a:rPr lang="de-DE" sz="800" dirty="0">
                <a:solidFill>
                  <a:srgbClr val="E8D682"/>
                </a:solidFill>
              </a:rPr>
              <a:t>Energieausweis</a:t>
            </a:r>
          </a:p>
          <a:p>
            <a:pPr marL="171450" indent="-171450">
              <a:buFont typeface="Arial" panose="020B0604020202020204" pitchFamily="34" charset="0"/>
              <a:buChar char="•"/>
            </a:pPr>
            <a:r>
              <a:rPr lang="de-DE" sz="800" dirty="0">
                <a:solidFill>
                  <a:srgbClr val="E8D682"/>
                </a:solidFill>
              </a:rPr>
              <a:t>...</a:t>
            </a:r>
          </a:p>
          <a:p>
            <a:endParaRPr lang="de-DE" sz="800" dirty="0">
              <a:solidFill>
                <a:srgbClr val="E8D682"/>
              </a:solidFill>
            </a:endParaRPr>
          </a:p>
          <a:p>
            <a:endParaRPr lang="de-DE" sz="800" dirty="0">
              <a:solidFill>
                <a:srgbClr val="E8D682"/>
              </a:solidFill>
            </a:endParaRPr>
          </a:p>
          <a:p>
            <a:endParaRPr lang="de-DE" sz="800" dirty="0">
              <a:solidFill>
                <a:srgbClr val="E8D682"/>
              </a:solidFill>
            </a:endParaRPr>
          </a:p>
          <a:p>
            <a:r>
              <a:rPr lang="de-DE" sz="800" b="1" dirty="0">
                <a:solidFill>
                  <a:srgbClr val="E8D682"/>
                </a:solidFill>
              </a:rPr>
              <a:t>Ergebnis</a:t>
            </a:r>
          </a:p>
          <a:p>
            <a:r>
              <a:rPr lang="de-DE" sz="800" dirty="0">
                <a:solidFill>
                  <a:srgbClr val="E8D682"/>
                </a:solidFill>
              </a:rPr>
              <a:t>Umsetzungsfähiges Planungskonzept</a:t>
            </a:r>
          </a:p>
        </p:txBody>
      </p:sp>
      <p:sp>
        <p:nvSpPr>
          <p:cNvPr id="106" name="Textfeld 105">
            <a:extLst>
              <a:ext uri="{FF2B5EF4-FFF2-40B4-BE49-F238E27FC236}">
                <a16:creationId xmlns:a16="http://schemas.microsoft.com/office/drawing/2014/main" id="{DB97A0BB-76B0-47F4-8551-291E54F81162}"/>
              </a:ext>
            </a:extLst>
          </p:cNvPr>
          <p:cNvSpPr txBox="1"/>
          <p:nvPr/>
        </p:nvSpPr>
        <p:spPr>
          <a:xfrm>
            <a:off x="83128" y="131775"/>
            <a:ext cx="6119090" cy="584775"/>
          </a:xfrm>
          <a:prstGeom prst="rect">
            <a:avLst/>
          </a:prstGeom>
          <a:noFill/>
        </p:spPr>
        <p:txBody>
          <a:bodyPr wrap="square">
            <a:spAutoFit/>
          </a:bodyPr>
          <a:lstStyle/>
          <a:p>
            <a:r>
              <a:rPr lang="de-DE" sz="2000" b="1" dirty="0">
                <a:solidFill>
                  <a:schemeClr val="bg1"/>
                </a:solidFill>
              </a:rPr>
              <a:t>AP 4.3 Modulares Lehrkonzept Wärmewende </a:t>
            </a:r>
            <a:r>
              <a:rPr lang="de-DE" sz="1100" dirty="0">
                <a:solidFill>
                  <a:schemeClr val="bg1"/>
                </a:solidFill>
              </a:rPr>
              <a:t>(Techniker/in, Meister/in und Bachelor) </a:t>
            </a:r>
            <a:endParaRPr lang="de-DE" sz="2000" dirty="0">
              <a:solidFill>
                <a:schemeClr val="bg1"/>
              </a:solidFill>
            </a:endParaRPr>
          </a:p>
        </p:txBody>
      </p:sp>
    </p:spTree>
    <p:extLst>
      <p:ext uri="{BB962C8B-B14F-4D97-AF65-F5344CB8AC3E}">
        <p14:creationId xmlns:p14="http://schemas.microsoft.com/office/powerpoint/2010/main" val="35228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EA5A-9EC8-0EB6-5236-652915D5117D}"/>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3642AB80-F78E-4F33-8014-4BCB708F3796}"/>
              </a:ext>
            </a:extLst>
          </p:cNvPr>
          <p:cNvSpPr>
            <a:spLocks noGrp="1"/>
          </p:cNvSpPr>
          <p:nvPr>
            <p:ph type="body" sz="quarter" idx="10"/>
          </p:nvPr>
        </p:nvSpPr>
        <p:spPr/>
        <p:txBody>
          <a:bodyPr/>
          <a:lstStyle/>
          <a:p>
            <a:r>
              <a:rPr lang="de-DE" dirty="0"/>
              <a:t>Hydraulischer Abgleich: Optimierung einer Heizungsanlage</a:t>
            </a:r>
          </a:p>
        </p:txBody>
      </p:sp>
      <p:sp>
        <p:nvSpPr>
          <p:cNvPr id="5" name="Textplatzhalter 4">
            <a:extLst>
              <a:ext uri="{FF2B5EF4-FFF2-40B4-BE49-F238E27FC236}">
                <a16:creationId xmlns:a16="http://schemas.microsoft.com/office/drawing/2014/main" id="{F8D22970-41AA-4787-A65F-BAF041A41FEC}"/>
              </a:ext>
            </a:extLst>
          </p:cNvPr>
          <p:cNvSpPr>
            <a:spLocks noGrp="1"/>
          </p:cNvSpPr>
          <p:nvPr>
            <p:ph type="body" sz="quarter" idx="17"/>
          </p:nvPr>
        </p:nvSpPr>
        <p:spPr>
          <a:xfrm>
            <a:off x="480060" y="1099127"/>
            <a:ext cx="10972799" cy="5532582"/>
          </a:xfrm>
        </p:spPr>
        <p:txBody>
          <a:bodyPr/>
          <a:lstStyle/>
          <a:p>
            <a:pPr marL="0" indent="0">
              <a:buNone/>
            </a:pPr>
            <a:r>
              <a:rPr lang="de-DE" sz="1100" b="1" u="sng" dirty="0"/>
              <a:t>Ziel:</a:t>
            </a:r>
            <a:r>
              <a:rPr lang="de-DE" sz="1100" b="1" dirty="0"/>
              <a:t> Maximieren Sie die Energieeffizienz der Heizungsanlage </a:t>
            </a:r>
            <a:r>
              <a:rPr lang="de-DE" sz="1100" dirty="0"/>
              <a:t>mithilfe der folgenden Zielgrößen:</a:t>
            </a:r>
          </a:p>
          <a:p>
            <a:r>
              <a:rPr lang="de-DE" dirty="0"/>
              <a:t>Minimale Vorlauftemperatur (= hoher COP der Wärmepumpe = niedrige Stromaufnahme)</a:t>
            </a:r>
          </a:p>
          <a:p>
            <a:r>
              <a:rPr lang="de-DE" dirty="0"/>
              <a:t>Minimale Pumpenstufe (= niedrige Stromaufnahme der Umwälzpumpe)</a:t>
            </a:r>
          </a:p>
          <a:p>
            <a:r>
              <a:rPr lang="de-DE" dirty="0"/>
              <a:t>Gutes Regelverhalten der Thermostatventile (Ventilautorität </a:t>
            </a:r>
            <a:r>
              <a:rPr lang="de-DE" dirty="0" err="1"/>
              <a:t>a</a:t>
            </a:r>
            <a:r>
              <a:rPr lang="de-DE" baseline="-25000" dirty="0" err="1"/>
              <a:t>v</a:t>
            </a:r>
            <a:r>
              <a:rPr lang="de-DE" baseline="-25000" dirty="0"/>
              <a:t> </a:t>
            </a:r>
            <a:r>
              <a:rPr lang="de-DE" dirty="0">
                <a:latin typeface="Cambria Math" panose="02040503050406030204" pitchFamily="18" charset="0"/>
                <a:ea typeface="Cambria Math" panose="02040503050406030204" pitchFamily="18" charset="0"/>
              </a:rPr>
              <a:t>≥ 0,5)</a:t>
            </a:r>
          </a:p>
          <a:p>
            <a:pPr marL="0" indent="0">
              <a:buNone/>
            </a:pPr>
            <a:endParaRPr lang="de-DE" dirty="0"/>
          </a:p>
          <a:p>
            <a:pPr marL="0" indent="0">
              <a:buNone/>
            </a:pPr>
            <a:r>
              <a:rPr lang="de-DE" sz="1000" b="1" u="sng" dirty="0"/>
              <a:t>Umsetzung („Stellschrauben“):</a:t>
            </a:r>
            <a:endParaRPr lang="de-DE" sz="1000" dirty="0"/>
          </a:p>
          <a:p>
            <a:pPr marL="0" indent="0">
              <a:buNone/>
            </a:pPr>
            <a:r>
              <a:rPr lang="de-DE" dirty="0"/>
              <a:t>Klicken Sie auf das entsprechende Feld, um den Parameter des Bauteils zu ändern (Bilder rechts).</a:t>
            </a:r>
          </a:p>
          <a:p>
            <a:r>
              <a:rPr lang="de-DE" dirty="0"/>
              <a:t>Vorlauftemperatur der Wärmepumpe</a:t>
            </a:r>
          </a:p>
          <a:p>
            <a:r>
              <a:rPr lang="de-DE" dirty="0">
                <a:sym typeface="Wingdings" panose="05000000000000000000" pitchFamily="2" charset="2"/>
              </a:rPr>
              <a:t>Pumpenstufe</a:t>
            </a:r>
            <a:endParaRPr lang="de-DE" dirty="0"/>
          </a:p>
          <a:p>
            <a:r>
              <a:rPr lang="de-DE" dirty="0"/>
              <a:t>Einstellung der Ventilunterteile (</a:t>
            </a:r>
            <a:r>
              <a:rPr lang="de-DE" dirty="0" err="1"/>
              <a:t>k</a:t>
            </a:r>
            <a:r>
              <a:rPr lang="de-DE" baseline="-25000" dirty="0" err="1"/>
              <a:t>VS</a:t>
            </a:r>
            <a:r>
              <a:rPr lang="de-DE" dirty="0"/>
              <a:t>-Werte)</a:t>
            </a:r>
          </a:p>
          <a:p>
            <a:pPr marL="0" indent="0">
              <a:buNone/>
            </a:pPr>
            <a:endParaRPr lang="de-DE" dirty="0"/>
          </a:p>
          <a:p>
            <a:pPr marL="0" indent="0">
              <a:buNone/>
            </a:pPr>
            <a:r>
              <a:rPr lang="de-DE" sz="1000" b="1" u="sng" dirty="0"/>
              <a:t>Randbedingungen:</a:t>
            </a:r>
            <a:endParaRPr lang="de-DE" sz="1000" dirty="0"/>
          </a:p>
          <a:p>
            <a:pPr marL="0" indent="0">
              <a:buNone/>
            </a:pPr>
            <a:r>
              <a:rPr lang="de-DE" dirty="0"/>
              <a:t>Klicken Sie auf das entsprechende Feld, um den Parameter des Bauteils zu ändern (Bilder rechts).</a:t>
            </a:r>
          </a:p>
          <a:p>
            <a:r>
              <a:rPr lang="de-DE" dirty="0"/>
              <a:t>Worst-Case-Szenario (−10 °C Außentemperatur, weder solare noch interne Gewinne)</a:t>
            </a:r>
          </a:p>
          <a:p>
            <a:r>
              <a:rPr lang="de-DE" dirty="0"/>
              <a:t>Systemtemperaturen: VL/RL 60/40 °C</a:t>
            </a:r>
          </a:p>
          <a:p>
            <a:pPr marL="0" indent="0">
              <a:buNone/>
            </a:pPr>
            <a:endParaRPr lang="de-DE" sz="1000" b="1" u="sng" dirty="0"/>
          </a:p>
          <a:p>
            <a:pPr marL="0" indent="0">
              <a:buNone/>
            </a:pPr>
            <a:r>
              <a:rPr lang="de-DE" sz="1000" b="1" u="sng" dirty="0"/>
              <a:t>Vorgehen:</a:t>
            </a:r>
            <a:endParaRPr lang="de-DE" sz="1000" dirty="0"/>
          </a:p>
          <a:p>
            <a:pPr marL="228600" indent="-228600">
              <a:buFont typeface="+mj-lt"/>
              <a:buAutoNum type="arabicPeriod"/>
            </a:pPr>
            <a:r>
              <a:rPr lang="de-DE" i="1" dirty="0"/>
              <a:t>Regelung</a:t>
            </a:r>
            <a:r>
              <a:rPr lang="de-DE" dirty="0"/>
              <a:t> nicht aktiv </a:t>
            </a:r>
            <a:r>
              <a:rPr lang="de-DE" dirty="0">
                <a:sym typeface="Wingdings" panose="05000000000000000000" pitchFamily="2" charset="2"/>
              </a:rPr>
              <a:t> Auslegungszustand: </a:t>
            </a:r>
            <a:br>
              <a:rPr lang="de-DE" dirty="0">
                <a:sym typeface="Wingdings" panose="05000000000000000000" pitchFamily="2" charset="2"/>
              </a:rPr>
            </a:br>
            <a:r>
              <a:rPr lang="de-DE" dirty="0">
                <a:sym typeface="Wingdings" panose="05000000000000000000" pitchFamily="2" charset="2"/>
              </a:rPr>
              <a:t>Anpassung von Ventilstellungen und Pumpenstufe</a:t>
            </a:r>
          </a:p>
          <a:p>
            <a:pPr marL="228600" indent="-228600">
              <a:buFont typeface="+mj-lt"/>
              <a:buAutoNum type="arabicPeriod"/>
            </a:pPr>
            <a:r>
              <a:rPr lang="de-DE" i="1" dirty="0">
                <a:sym typeface="Wingdings" panose="05000000000000000000" pitchFamily="2" charset="2"/>
              </a:rPr>
              <a:t>Regelung</a:t>
            </a:r>
            <a:r>
              <a:rPr lang="de-DE" dirty="0">
                <a:sym typeface="Wingdings" panose="05000000000000000000" pitchFamily="2" charset="2"/>
              </a:rPr>
              <a:t> aktivieren  realer (stationärer) Betrieb:</a:t>
            </a:r>
            <a:br>
              <a:rPr lang="de-DE" dirty="0">
                <a:sym typeface="Wingdings" panose="05000000000000000000" pitchFamily="2" charset="2"/>
              </a:rPr>
            </a:br>
            <a:r>
              <a:rPr lang="de-DE" dirty="0">
                <a:sym typeface="Wingdings" panose="05000000000000000000" pitchFamily="2" charset="2"/>
              </a:rPr>
              <a:t>Evaluation der Regelgüte (Ventilautorität und Abweichung der Raumtemperatur)</a:t>
            </a:r>
          </a:p>
          <a:p>
            <a:endParaRPr lang="de-DE" dirty="0"/>
          </a:p>
          <a:p>
            <a:endParaRPr lang="de-DE" dirty="0"/>
          </a:p>
        </p:txBody>
      </p:sp>
      <p:pic>
        <p:nvPicPr>
          <p:cNvPr id="8" name="Grafik 7">
            <a:extLst>
              <a:ext uri="{FF2B5EF4-FFF2-40B4-BE49-F238E27FC236}">
                <a16:creationId xmlns:a16="http://schemas.microsoft.com/office/drawing/2014/main" id="{179B5B66-DA10-42B7-8D63-8340A80D1E27}"/>
              </a:ext>
            </a:extLst>
          </p:cNvPr>
          <p:cNvPicPr>
            <a:picLocks noChangeAspect="1"/>
          </p:cNvPicPr>
          <p:nvPr/>
        </p:nvPicPr>
        <p:blipFill>
          <a:blip r:embed="rId3"/>
          <a:stretch>
            <a:fillRect/>
          </a:stretch>
        </p:blipFill>
        <p:spPr>
          <a:xfrm>
            <a:off x="7147289" y="1696522"/>
            <a:ext cx="1962172" cy="797377"/>
          </a:xfrm>
          <a:prstGeom prst="rect">
            <a:avLst/>
          </a:prstGeom>
        </p:spPr>
      </p:pic>
      <p:sp>
        <p:nvSpPr>
          <p:cNvPr id="9" name="Rechteck 8">
            <a:extLst>
              <a:ext uri="{FF2B5EF4-FFF2-40B4-BE49-F238E27FC236}">
                <a16:creationId xmlns:a16="http://schemas.microsoft.com/office/drawing/2014/main" id="{7D8ACFC5-3DFA-40B1-A19B-70465E222E29}"/>
              </a:ext>
            </a:extLst>
          </p:cNvPr>
          <p:cNvSpPr/>
          <p:nvPr/>
        </p:nvSpPr>
        <p:spPr>
          <a:xfrm>
            <a:off x="8366488" y="2012867"/>
            <a:ext cx="742974" cy="272473"/>
          </a:xfrm>
          <a:prstGeom prst="rect">
            <a:avLst/>
          </a:prstGeom>
          <a:noFill/>
          <a:ln w="28575">
            <a:solidFill>
              <a:srgbClr val="E9D78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51" name="Rechteck 50">
            <a:extLst>
              <a:ext uri="{FF2B5EF4-FFF2-40B4-BE49-F238E27FC236}">
                <a16:creationId xmlns:a16="http://schemas.microsoft.com/office/drawing/2014/main" id="{23BF49B4-6E2F-453D-B814-4DB9D876A721}"/>
              </a:ext>
            </a:extLst>
          </p:cNvPr>
          <p:cNvSpPr/>
          <p:nvPr/>
        </p:nvSpPr>
        <p:spPr>
          <a:xfrm>
            <a:off x="7623514" y="2291266"/>
            <a:ext cx="936938" cy="216000"/>
          </a:xfrm>
          <a:prstGeom prst="rect">
            <a:avLst/>
          </a:prstGeom>
          <a:noFill/>
          <a:ln w="28575">
            <a:solidFill>
              <a:srgbClr val="E9D78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25" name="Textfeld 24">
            <a:extLst>
              <a:ext uri="{FF2B5EF4-FFF2-40B4-BE49-F238E27FC236}">
                <a16:creationId xmlns:a16="http://schemas.microsoft.com/office/drawing/2014/main" id="{6DE93990-C172-4157-91D4-63470D1DE294}"/>
              </a:ext>
            </a:extLst>
          </p:cNvPr>
          <p:cNvSpPr txBox="1"/>
          <p:nvPr/>
        </p:nvSpPr>
        <p:spPr>
          <a:xfrm>
            <a:off x="9109461" y="2041381"/>
            <a:ext cx="1872629" cy="215444"/>
          </a:xfrm>
          <a:prstGeom prst="rect">
            <a:avLst/>
          </a:prstGeom>
          <a:noFill/>
        </p:spPr>
        <p:txBody>
          <a:bodyPr wrap="none" rtlCol="0">
            <a:spAutoFit/>
          </a:bodyPr>
          <a:lstStyle/>
          <a:p>
            <a:r>
              <a:rPr lang="de-DE" sz="800" dirty="0">
                <a:solidFill>
                  <a:srgbClr val="E9D781"/>
                </a:solidFill>
              </a:rPr>
              <a:t>Vorlauftemperatur der Wärmepumpe</a:t>
            </a:r>
          </a:p>
        </p:txBody>
      </p:sp>
      <p:sp>
        <p:nvSpPr>
          <p:cNvPr id="59" name="Textfeld 58">
            <a:extLst>
              <a:ext uri="{FF2B5EF4-FFF2-40B4-BE49-F238E27FC236}">
                <a16:creationId xmlns:a16="http://schemas.microsoft.com/office/drawing/2014/main" id="{9910A9D6-EAF8-4581-8864-BA3FBB1FDA13}"/>
              </a:ext>
            </a:extLst>
          </p:cNvPr>
          <p:cNvSpPr txBox="1"/>
          <p:nvPr/>
        </p:nvSpPr>
        <p:spPr>
          <a:xfrm>
            <a:off x="7838694" y="2515978"/>
            <a:ext cx="780983" cy="215444"/>
          </a:xfrm>
          <a:prstGeom prst="rect">
            <a:avLst/>
          </a:prstGeom>
          <a:noFill/>
        </p:spPr>
        <p:txBody>
          <a:bodyPr wrap="none" rtlCol="0">
            <a:spAutoFit/>
          </a:bodyPr>
          <a:lstStyle/>
          <a:p>
            <a:r>
              <a:rPr lang="de-DE" sz="800" dirty="0">
                <a:solidFill>
                  <a:srgbClr val="E9D781"/>
                </a:solidFill>
              </a:rPr>
              <a:t>Pumpenstufe</a:t>
            </a:r>
          </a:p>
        </p:txBody>
      </p:sp>
      <p:pic>
        <p:nvPicPr>
          <p:cNvPr id="27" name="Grafik 26">
            <a:extLst>
              <a:ext uri="{FF2B5EF4-FFF2-40B4-BE49-F238E27FC236}">
                <a16:creationId xmlns:a16="http://schemas.microsoft.com/office/drawing/2014/main" id="{1478EA9A-42AF-4985-B342-520DBEFA9433}"/>
              </a:ext>
            </a:extLst>
          </p:cNvPr>
          <p:cNvPicPr>
            <a:picLocks noChangeAspect="1"/>
          </p:cNvPicPr>
          <p:nvPr/>
        </p:nvPicPr>
        <p:blipFill>
          <a:blip r:embed="rId4"/>
          <a:stretch>
            <a:fillRect/>
          </a:stretch>
        </p:blipFill>
        <p:spPr>
          <a:xfrm>
            <a:off x="7147289" y="2898002"/>
            <a:ext cx="2457793" cy="1800476"/>
          </a:xfrm>
          <a:prstGeom prst="rect">
            <a:avLst/>
          </a:prstGeom>
        </p:spPr>
      </p:pic>
      <p:pic>
        <p:nvPicPr>
          <p:cNvPr id="29" name="Grafik 28" descr="Cursor">
            <a:extLst>
              <a:ext uri="{FF2B5EF4-FFF2-40B4-BE49-F238E27FC236}">
                <a16:creationId xmlns:a16="http://schemas.microsoft.com/office/drawing/2014/main" id="{D24E8B21-5435-4F24-A4FF-748A59C30DD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38181" y="3484811"/>
            <a:ext cx="326796" cy="326796"/>
          </a:xfrm>
          <a:prstGeom prst="rect">
            <a:avLst/>
          </a:prstGeom>
        </p:spPr>
      </p:pic>
      <p:sp>
        <p:nvSpPr>
          <p:cNvPr id="64" name="Textfeld 63">
            <a:extLst>
              <a:ext uri="{FF2B5EF4-FFF2-40B4-BE49-F238E27FC236}">
                <a16:creationId xmlns:a16="http://schemas.microsoft.com/office/drawing/2014/main" id="{FE134DB6-A222-4769-B5ED-1DA11B83C40B}"/>
              </a:ext>
            </a:extLst>
          </p:cNvPr>
          <p:cNvSpPr txBox="1"/>
          <p:nvPr/>
        </p:nvSpPr>
        <p:spPr>
          <a:xfrm>
            <a:off x="9605082" y="3013501"/>
            <a:ext cx="1377008" cy="830997"/>
          </a:xfrm>
          <a:prstGeom prst="rect">
            <a:avLst/>
          </a:prstGeom>
          <a:noFill/>
        </p:spPr>
        <p:txBody>
          <a:bodyPr wrap="square" rtlCol="0">
            <a:spAutoFit/>
          </a:bodyPr>
          <a:lstStyle/>
          <a:p>
            <a:r>
              <a:rPr lang="de-DE" sz="800" dirty="0">
                <a:solidFill>
                  <a:srgbClr val="E9D781"/>
                </a:solidFill>
              </a:rPr>
              <a:t>Per Klick auf den Kreis kann der </a:t>
            </a:r>
            <a:r>
              <a:rPr lang="de-DE" sz="800" dirty="0" err="1">
                <a:solidFill>
                  <a:srgbClr val="E9D781"/>
                </a:solidFill>
              </a:rPr>
              <a:t>k</a:t>
            </a:r>
            <a:r>
              <a:rPr lang="de-DE" sz="800" baseline="-25000" dirty="0" err="1">
                <a:solidFill>
                  <a:srgbClr val="E9D781"/>
                </a:solidFill>
              </a:rPr>
              <a:t>VS</a:t>
            </a:r>
            <a:r>
              <a:rPr lang="de-DE" sz="800" dirty="0">
                <a:solidFill>
                  <a:srgbClr val="E9D781"/>
                </a:solidFill>
              </a:rPr>
              <a:t>-Wert verändert werden.</a:t>
            </a:r>
          </a:p>
          <a:p>
            <a:r>
              <a:rPr lang="de-DE" sz="800" dirty="0">
                <a:solidFill>
                  <a:srgbClr val="E9D781"/>
                </a:solidFill>
              </a:rPr>
              <a:t>Per Klick auf das Ventil kann ein anderes Ventil eingebaut werden.</a:t>
            </a:r>
          </a:p>
        </p:txBody>
      </p:sp>
      <p:pic>
        <p:nvPicPr>
          <p:cNvPr id="35" name="Grafik 34">
            <a:extLst>
              <a:ext uri="{FF2B5EF4-FFF2-40B4-BE49-F238E27FC236}">
                <a16:creationId xmlns:a16="http://schemas.microsoft.com/office/drawing/2014/main" id="{557C2C41-A771-4AFB-AAA5-85445D5C2D19}"/>
              </a:ext>
            </a:extLst>
          </p:cNvPr>
          <p:cNvPicPr>
            <a:picLocks noChangeAspect="1"/>
          </p:cNvPicPr>
          <p:nvPr/>
        </p:nvPicPr>
        <p:blipFill>
          <a:blip r:embed="rId7"/>
          <a:stretch>
            <a:fillRect/>
          </a:stretch>
        </p:blipFill>
        <p:spPr>
          <a:xfrm>
            <a:off x="8671288" y="3821728"/>
            <a:ext cx="2176600" cy="908628"/>
          </a:xfrm>
          <a:prstGeom prst="rect">
            <a:avLst/>
          </a:prstGeom>
        </p:spPr>
      </p:pic>
      <p:pic>
        <p:nvPicPr>
          <p:cNvPr id="40" name="Grafik 39">
            <a:extLst>
              <a:ext uri="{FF2B5EF4-FFF2-40B4-BE49-F238E27FC236}">
                <a16:creationId xmlns:a16="http://schemas.microsoft.com/office/drawing/2014/main" id="{7DA24407-EA65-44C0-8193-B36E68407076}"/>
              </a:ext>
            </a:extLst>
          </p:cNvPr>
          <p:cNvPicPr>
            <a:picLocks noChangeAspect="1"/>
          </p:cNvPicPr>
          <p:nvPr/>
        </p:nvPicPr>
        <p:blipFill>
          <a:blip r:embed="rId8"/>
          <a:stretch>
            <a:fillRect/>
          </a:stretch>
        </p:blipFill>
        <p:spPr>
          <a:xfrm>
            <a:off x="7147289" y="5877395"/>
            <a:ext cx="1013683" cy="360000"/>
          </a:xfrm>
          <a:prstGeom prst="rect">
            <a:avLst/>
          </a:prstGeom>
        </p:spPr>
      </p:pic>
      <p:pic>
        <p:nvPicPr>
          <p:cNvPr id="43" name="Grafik 42">
            <a:extLst>
              <a:ext uri="{FF2B5EF4-FFF2-40B4-BE49-F238E27FC236}">
                <a16:creationId xmlns:a16="http://schemas.microsoft.com/office/drawing/2014/main" id="{F8AA1E03-22B0-4A4F-A286-B63D2C7C9D56}"/>
              </a:ext>
            </a:extLst>
          </p:cNvPr>
          <p:cNvPicPr>
            <a:picLocks noChangeAspect="1"/>
          </p:cNvPicPr>
          <p:nvPr/>
        </p:nvPicPr>
        <p:blipFill>
          <a:blip r:embed="rId9"/>
          <a:stretch>
            <a:fillRect/>
          </a:stretch>
        </p:blipFill>
        <p:spPr>
          <a:xfrm>
            <a:off x="8758990" y="5877395"/>
            <a:ext cx="1069712" cy="360000"/>
          </a:xfrm>
          <a:prstGeom prst="rect">
            <a:avLst/>
          </a:prstGeom>
        </p:spPr>
      </p:pic>
      <p:pic>
        <p:nvPicPr>
          <p:cNvPr id="73" name="Grafik 72" descr="Cursor">
            <a:extLst>
              <a:ext uri="{FF2B5EF4-FFF2-40B4-BE49-F238E27FC236}">
                <a16:creationId xmlns:a16="http://schemas.microsoft.com/office/drawing/2014/main" id="{776353B3-EFA4-4614-8D9E-39F0DEF919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54130" y="6002111"/>
            <a:ext cx="326796" cy="326796"/>
          </a:xfrm>
          <a:prstGeom prst="rect">
            <a:avLst/>
          </a:prstGeom>
        </p:spPr>
      </p:pic>
      <p:sp>
        <p:nvSpPr>
          <p:cNvPr id="96" name="Pfeil: nach rechts 95">
            <a:extLst>
              <a:ext uri="{FF2B5EF4-FFF2-40B4-BE49-F238E27FC236}">
                <a16:creationId xmlns:a16="http://schemas.microsoft.com/office/drawing/2014/main" id="{F054404C-4115-439B-9716-C5016F35B453}"/>
              </a:ext>
            </a:extLst>
          </p:cNvPr>
          <p:cNvSpPr/>
          <p:nvPr/>
        </p:nvSpPr>
        <p:spPr>
          <a:xfrm>
            <a:off x="8296356" y="5855259"/>
            <a:ext cx="382822" cy="404271"/>
          </a:xfrm>
          <a:prstGeom prst="rightArrow">
            <a:avLst>
              <a:gd name="adj1" fmla="val 39751"/>
              <a:gd name="adj2" fmla="val 348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275047898"/>
      </p:ext>
    </p:extLst>
  </p:cSld>
  <p:clrMapOvr>
    <a:masterClrMapping/>
  </p:clrMapOvr>
</p:sld>
</file>

<file path=ppt/theme/theme1.xml><?xml version="1.0" encoding="utf-8"?>
<a:theme xmlns:a="http://schemas.openxmlformats.org/drawingml/2006/main" name="Office">
  <a:themeElements>
    <a:clrScheme name="Benutzerdefiniert 1">
      <a:dk1>
        <a:srgbClr val="1E2832"/>
      </a:dk1>
      <a:lt1>
        <a:sysClr val="window" lastClr="FFFFFF"/>
      </a:lt1>
      <a:dk2>
        <a:srgbClr val="000000"/>
      </a:dk2>
      <a:lt2>
        <a:srgbClr val="DEDEDE"/>
      </a:lt2>
      <a:accent1>
        <a:srgbClr val="00666B"/>
      </a:accent1>
      <a:accent2>
        <a:srgbClr val="009C78"/>
      </a:accent2>
      <a:accent3>
        <a:srgbClr val="E8D682"/>
      </a:accent3>
      <a:accent4>
        <a:srgbClr val="1E2832"/>
      </a:accent4>
      <a:accent5>
        <a:srgbClr val="00666B"/>
      </a:accent5>
      <a:accent6>
        <a:srgbClr val="70AD47"/>
      </a:accent6>
      <a:hlink>
        <a:srgbClr val="00666B"/>
      </a:hlink>
      <a:folHlink>
        <a:srgbClr val="009C78"/>
      </a:folHlink>
    </a:clrScheme>
    <a:fontScheme name="Schriften learn.SHK">
      <a:majorFont>
        <a:latin typeface="Space Grotesk Medium"/>
        <a:ea typeface=""/>
        <a:cs typeface=""/>
      </a:majorFont>
      <a:minorFont>
        <a:latin typeface="Open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4" id="{10244178-7055-47FC-8237-46884EF26760}" vid="{98CD0E8A-56C8-49A0-B3F3-F3493425E23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1AB2ED90D8D14499B4E8947721B0C27" ma:contentTypeVersion="14" ma:contentTypeDescription="Ein neues Dokument erstellen." ma:contentTypeScope="" ma:versionID="77315ca2e09122d6bdb8dce721646598">
  <xsd:schema xmlns:xsd="http://www.w3.org/2001/XMLSchema" xmlns:xs="http://www.w3.org/2001/XMLSchema" xmlns:p="http://schemas.microsoft.com/office/2006/metadata/properties" xmlns:ns2="cc8db765-a7af-4139-bdfa-f9cdbfcfaadd" xmlns:ns3="bdee05b8-4d6a-4191-a3f9-a2edb9bee0ab" targetNamespace="http://schemas.microsoft.com/office/2006/metadata/properties" ma:root="true" ma:fieldsID="1c690045fc25adfaad75585fa0b149ad" ns2:_="" ns3:_="">
    <xsd:import namespace="cc8db765-a7af-4139-bdfa-f9cdbfcfaadd"/>
    <xsd:import namespace="bdee05b8-4d6a-4191-a3f9-a2edb9bee0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8db765-a7af-4139-bdfa-f9cdbfcfaa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c9343f02-0421-47de-ae14-06bf52f05c7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ee05b8-4d6a-4191-a3f9-a2edb9bee0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80f186e-3f8e-429f-a4ee-3d4285ddf4a4}" ma:internalName="TaxCatchAll" ma:showField="CatchAllData" ma:web="bdee05b8-4d6a-4191-a3f9-a2edb9bee0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c8db765-a7af-4139-bdfa-f9cdbfcfaadd">
      <Terms xmlns="http://schemas.microsoft.com/office/infopath/2007/PartnerControls"/>
    </lcf76f155ced4ddcb4097134ff3c332f>
    <TaxCatchAll xmlns="bdee05b8-4d6a-4191-a3f9-a2edb9bee0ab" xsi:nil="true"/>
  </documentManagement>
</p:properties>
</file>

<file path=customXml/itemProps1.xml><?xml version="1.0" encoding="utf-8"?>
<ds:datastoreItem xmlns:ds="http://schemas.openxmlformats.org/officeDocument/2006/customXml" ds:itemID="{FCA50B94-4282-4236-B265-7A5F42152741}">
  <ds:schemaRefs>
    <ds:schemaRef ds:uri="bdee05b8-4d6a-4191-a3f9-a2edb9bee0ab"/>
    <ds:schemaRef ds:uri="cc8db765-a7af-4139-bdfa-f9cdbfcfaad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4818494-DB66-4100-BF49-76A64A8D49C6}">
  <ds:schemaRefs>
    <ds:schemaRef ds:uri="http://schemas.microsoft.com/sharepoint/v3/contenttype/forms"/>
  </ds:schemaRefs>
</ds:datastoreItem>
</file>

<file path=customXml/itemProps3.xml><?xml version="1.0" encoding="utf-8"?>
<ds:datastoreItem xmlns:ds="http://schemas.openxmlformats.org/officeDocument/2006/customXml" ds:itemID="{0584CA6F-ACF3-4E11-ACD8-DC9E7AE2AC9D}">
  <ds:schemaRefs>
    <ds:schemaRef ds:uri="bdee05b8-4d6a-4191-a3f9-a2edb9bee0ab"/>
    <ds:schemaRef ds:uri="cc8db765-a7af-4139-bdfa-f9cdbfcfaad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Vorlage-learnSHK_PPT</Template>
  <TotalTime>0</TotalTime>
  <Words>553</Words>
  <Application>Microsoft Office PowerPoint</Application>
  <PresentationFormat>Breitbild</PresentationFormat>
  <Paragraphs>136</Paragraphs>
  <Slides>2</Slides>
  <Notes>2</Notes>
  <HiddenSlides>0</HiddenSlides>
  <MMClips>0</MMClips>
  <ScaleCrop>false</ScaleCrop>
  <HeadingPairs>
    <vt:vector size="6" baseType="variant">
      <vt:variant>
        <vt:lpstr>Verwendete Schriftarten</vt:lpstr>
      </vt:variant>
      <vt:variant>
        <vt:i4>12</vt:i4>
      </vt:variant>
      <vt:variant>
        <vt:lpstr>Design</vt:lpstr>
      </vt:variant>
      <vt:variant>
        <vt:i4>1</vt:i4>
      </vt:variant>
      <vt:variant>
        <vt:lpstr>Folientitel</vt:lpstr>
      </vt:variant>
      <vt:variant>
        <vt:i4>2</vt:i4>
      </vt:variant>
    </vt:vector>
  </HeadingPairs>
  <TitlesOfParts>
    <vt:vector size="15" baseType="lpstr">
      <vt:lpstr>Aptos</vt:lpstr>
      <vt:lpstr>Arial</vt:lpstr>
      <vt:lpstr>Calibri</vt:lpstr>
      <vt:lpstr>Cambria Math</vt:lpstr>
      <vt:lpstr>Courier New</vt:lpstr>
      <vt:lpstr>Open Sans</vt:lpstr>
      <vt:lpstr>Open Sans Medium</vt:lpstr>
      <vt:lpstr>Open Sans SemiBold</vt:lpstr>
      <vt:lpstr>Space Grotesk Medium</vt:lpstr>
      <vt:lpstr>Space Grotesk SemiBold</vt:lpstr>
      <vt:lpstr>Symbol</vt:lpstr>
      <vt:lpstr>Wingdings</vt:lpstr>
      <vt:lpstr>Office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Hügle, Christoph</dc:creator>
  <cp:lastModifiedBy>Moritz Bühler</cp:lastModifiedBy>
  <cp:revision>16</cp:revision>
  <dcterms:created xsi:type="dcterms:W3CDTF">2026-02-13T09:51:17Z</dcterms:created>
  <dcterms:modified xsi:type="dcterms:W3CDTF">2026-10-06T09:43:30Z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0x010100A1AB2ED90D8D14499B4E8947721B0C27</vt:lpwstr>
  </property>
  <property fmtid="{D5CDD505-2E9C-101B-9397-08002B2CF9AE}" pid="3" name="MediaServiceImageTags">
    <vt:lpwstr/>
  </property>
</Properties>
</file>